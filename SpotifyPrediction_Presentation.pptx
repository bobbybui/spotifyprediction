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7" r:id="rId4"/>
    <p:sldMasterId id="2147483708" r:id="rId5"/>
    <p:sldMasterId id="214748370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y="5143500" cx="9144000"/>
  <p:notesSz cx="6858000" cy="9144000"/>
  <p:embeddedFontLst>
    <p:embeddedFont>
      <p:font typeface="Mulish"/>
      <p:regular r:id="rId21"/>
      <p:bold r:id="rId22"/>
      <p:italic r:id="rId23"/>
      <p:boldItalic r:id="rId24"/>
    </p:embeddedFont>
    <p:embeddedFont>
      <p:font typeface="Bebas Neue"/>
      <p:regular r:id="rId25"/>
    </p:embeddedFont>
    <p:embeddedFont>
      <p:font typeface="Quicksand"/>
      <p:regular r:id="rId26"/>
      <p:bold r:id="rId27"/>
    </p:embeddedFont>
    <p:embeddedFont>
      <p:font typeface="PT Sans"/>
      <p:regular r:id="rId28"/>
      <p:bold r:id="rId29"/>
      <p:italic r:id="rId30"/>
      <p:boldItalic r:id="rId31"/>
    </p:embeddedFont>
    <p:embeddedFont>
      <p:font typeface="DM Sans"/>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font" Target="fonts/Mulish-bold.fntdata"/><Relationship Id="rId21" Type="http://schemas.openxmlformats.org/officeDocument/2006/relationships/font" Target="fonts/Mulish-regular.fntdata"/><Relationship Id="rId24" Type="http://schemas.openxmlformats.org/officeDocument/2006/relationships/font" Target="fonts/Mulish-boldItalic.fntdata"/><Relationship Id="rId23" Type="http://schemas.openxmlformats.org/officeDocument/2006/relationships/font" Target="fonts/Mulish-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font" Target="fonts/Quicksand-regular.fntdata"/><Relationship Id="rId25" Type="http://schemas.openxmlformats.org/officeDocument/2006/relationships/font" Target="fonts/BebasNeue-regular.fntdata"/><Relationship Id="rId28" Type="http://schemas.openxmlformats.org/officeDocument/2006/relationships/font" Target="fonts/PTSans-regular.fntdata"/><Relationship Id="rId27" Type="http://schemas.openxmlformats.org/officeDocument/2006/relationships/font" Target="fonts/Quicksand-bold.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PTSans-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PTSans-boldItalic.fntdata"/><Relationship Id="rId30" Type="http://schemas.openxmlformats.org/officeDocument/2006/relationships/font" Target="fonts/PTSans-italic.fntdata"/><Relationship Id="rId11" Type="http://schemas.openxmlformats.org/officeDocument/2006/relationships/slide" Target="slides/slide4.xml"/><Relationship Id="rId33" Type="http://schemas.openxmlformats.org/officeDocument/2006/relationships/font" Target="fonts/DMSans-bold.fntdata"/><Relationship Id="rId10" Type="http://schemas.openxmlformats.org/officeDocument/2006/relationships/slide" Target="slides/slide3.xml"/><Relationship Id="rId32" Type="http://schemas.openxmlformats.org/officeDocument/2006/relationships/font" Target="fonts/DMSans-regular.fntdata"/><Relationship Id="rId13" Type="http://schemas.openxmlformats.org/officeDocument/2006/relationships/slide" Target="slides/slide6.xml"/><Relationship Id="rId35" Type="http://schemas.openxmlformats.org/officeDocument/2006/relationships/font" Target="fonts/DMSans-boldItalic.fntdata"/><Relationship Id="rId12" Type="http://schemas.openxmlformats.org/officeDocument/2006/relationships/slide" Target="slides/slide5.xml"/><Relationship Id="rId34" Type="http://schemas.openxmlformats.org/officeDocument/2006/relationships/font" Target="fonts/DMSans-italic.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a57c82273a_2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3a57c82273a_2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 </a:t>
            </a:r>
            <a:endParaRPr/>
          </a:p>
          <a:p>
            <a:pPr indent="0" lvl="0" marL="0" rtl="0" algn="l">
              <a:spcBef>
                <a:spcPts val="0"/>
              </a:spcBef>
              <a:spcAft>
                <a:spcPts val="0"/>
              </a:spcAft>
              <a:buNone/>
            </a:pPr>
            <a:r>
              <a:rPr lang="en"/>
              <a:t>Hi everyone, we’re group 17 and today we’ll be sharing our Spotify Hit Prediction Project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a57c82273a_2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3a57c82273a_2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Mia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dataset we used for our project is the Spotify Hit Predictor Dataset from Kaggle, specifically data from the 2010s. This dataset includes 6,398 songs that are classified as a hit or a flop based on the following conditions… each song contains the </a:t>
            </a:r>
            <a:r>
              <a:rPr lang="en"/>
              <a:t>following</a:t>
            </a:r>
            <a:r>
              <a:rPr lang="en"/>
              <a:t> variables of interest…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a57c82273a_2_1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3a57c82273a_2_1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Xinwei: </a:t>
            </a:r>
            <a:endParaRPr/>
          </a:p>
          <a:p>
            <a:pPr indent="-298450" lvl="0" marL="457200" rtl="0" algn="l">
              <a:spcBef>
                <a:spcPts val="0"/>
              </a:spcBef>
              <a:spcAft>
                <a:spcPts val="0"/>
              </a:spcAft>
              <a:buSzPts val="1100"/>
              <a:buChar char="-"/>
            </a:pPr>
            <a:r>
              <a:rPr lang="en"/>
              <a:t>O</a:t>
            </a:r>
            <a:r>
              <a:rPr lang="en"/>
              <a:t>ur main question is whether Spotify’s audio features can actually predict if a song becomes a hit. </a:t>
            </a:r>
            <a:endParaRPr/>
          </a:p>
          <a:p>
            <a:pPr indent="-298450" lvl="0" marL="457200" rtl="0" algn="l">
              <a:spcBef>
                <a:spcPts val="0"/>
              </a:spcBef>
              <a:spcAft>
                <a:spcPts val="0"/>
              </a:spcAft>
              <a:buSzPts val="1100"/>
              <a:buChar char="-"/>
            </a:pPr>
            <a:r>
              <a:rPr lang="en"/>
              <a:t>Based on the dataset, we want to identify what musical </a:t>
            </a:r>
            <a:r>
              <a:rPr lang="en"/>
              <a:t>features</a:t>
            </a:r>
            <a:r>
              <a:rPr lang="en"/>
              <a:t> most influence popularity </a:t>
            </a:r>
            <a:endParaRPr/>
          </a:p>
          <a:p>
            <a:pPr indent="-298450" lvl="0" marL="457200" rtl="0" algn="l">
              <a:spcBef>
                <a:spcPts val="0"/>
              </a:spcBef>
              <a:spcAft>
                <a:spcPts val="0"/>
              </a:spcAft>
              <a:buSzPts val="1100"/>
              <a:buChar char="-"/>
            </a:pPr>
            <a:r>
              <a:rPr lang="en"/>
              <a:t>This question is interesting to us because it reveals </a:t>
            </a:r>
            <a:r>
              <a:rPr lang="en"/>
              <a:t>whether</a:t>
            </a:r>
            <a:r>
              <a:rPr lang="en"/>
              <a:t> pop music success might follow measurable patterns.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a57c82273a_2_1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3a57c82273a_2_1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Bobby</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Just list the </a:t>
            </a:r>
            <a:r>
              <a:rPr lang="en"/>
              <a:t>variables and move on to the next slide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a971d7cd0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3a971d7cd0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Xinwei: </a:t>
            </a:r>
            <a:r>
              <a:rPr lang="en"/>
              <a:t>For data cleaning, we started by converting the song duration from milliseconds to seconds to make sure we have clearer scale to work with. Next, we standardized two variables that naturally have large ranges (tempo and loudness) using a z-score, so the model treats all features on a similar scale.</a:t>
            </a:r>
            <a:endParaRPr/>
          </a:p>
          <a:p>
            <a:pPr indent="-298450" lvl="0" marL="457200" rtl="0" algn="l">
              <a:spcBef>
                <a:spcPts val="0"/>
              </a:spcBef>
              <a:spcAft>
                <a:spcPts val="0"/>
              </a:spcAft>
              <a:buSzPts val="1100"/>
              <a:buChar char="-"/>
            </a:pPr>
            <a:r>
              <a:rPr lang="en"/>
              <a:t>We also created a new feature called chorus proportion</a:t>
            </a:r>
            <a:r>
              <a:rPr lang="en"/>
              <a:t> to measure how early the chorus appears relative to the total length of the song</a:t>
            </a:r>
            <a:r>
              <a:rPr lang="en"/>
              <a:t>. After that, we selected the core audio features we wanted to use in the model.</a:t>
            </a:r>
            <a:endParaRPr/>
          </a:p>
          <a:p>
            <a:pPr indent="-298450" lvl="0" marL="457200" rtl="0" algn="l">
              <a:spcBef>
                <a:spcPts val="0"/>
              </a:spcBef>
              <a:spcAft>
                <a:spcPts val="0"/>
              </a:spcAft>
              <a:buSzPts val="1100"/>
              <a:buChar char="-"/>
            </a:pPr>
            <a:r>
              <a:rPr lang="en"/>
              <a:t>To make sure the dataset was usable, we checked each selected column for missing values using a small function that reports and removes any incomplete rows. In this case, we found no missing data, so nothing was dropped.</a:t>
            </a:r>
            <a:endParaRPr/>
          </a:p>
          <a:p>
            <a:pPr indent="-298450" lvl="0" marL="457200" rtl="0" algn="l">
              <a:spcBef>
                <a:spcPts val="0"/>
              </a:spcBef>
              <a:spcAft>
                <a:spcPts val="0"/>
              </a:spcAft>
              <a:buSzPts val="1100"/>
              <a:buChar char="-"/>
            </a:pPr>
            <a:r>
              <a:rPr lang="en"/>
              <a:t>Once the dataset was clean, we split it into training, validation, and test sets using an 80-10-10 split with stratification to keep the ratios consistent across all parts of the data.</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a57c82273a_2_1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a57c82273a_2_1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 - For Model and Hyperparameter Selection</a:t>
            </a:r>
            <a:endParaRPr/>
          </a:p>
          <a:p>
            <a:pPr indent="0" lvl="0" marL="0" rtl="0" algn="l">
              <a:spcBef>
                <a:spcPts val="0"/>
              </a:spcBef>
              <a:spcAft>
                <a:spcPts val="0"/>
              </a:spcAft>
              <a:buNone/>
            </a:pPr>
            <a:r>
              <a:rPr lang="en"/>
              <a:t>Using grid search with cross validation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tested 5 different classifiers (SVM, LR w LASSO, LR w/o LASSO, KNN, Decision Tree, Random Forest) and different hyperparameters with respect to each classifier on our training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tested all model and hyperparameter combos and selected one which produced the validation highest accuracy score and took note of the number of predicted y values. This was Random Forest.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ac8ac9518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3ac8ac9518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Bobby: Validation accuracy of random forest is 0.772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All of our models have accuracies within the 0.7-0.8 range but random forest is the highest of them all.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Proportion of predictions where y=1 for RF is 0.5766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Used mean decrease in impurity to measure feature importance in out random forest. Calculated on our best model.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MDI: the Random </a:t>
            </a:r>
            <a:r>
              <a:rPr lang="en"/>
              <a:t>Forest</a:t>
            </a:r>
            <a:r>
              <a:rPr lang="en"/>
              <a:t> internal measure of how much a feature improves splits in decision trees.</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Higher values = the feature contributes more to predicting hit vs. flop.</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Loudness, energy, and danceability score high, which means these three variables have a larger effect on the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Tempo_scaled and Chorus_proportion matter moderately, and Liveness has the least predictive power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3ac8ac9518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3ac8ac9518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Aradhya</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sz="1400">
                <a:solidFill>
                  <a:srgbClr val="5C5C5F"/>
                </a:solidFill>
                <a:latin typeface="Mulish"/>
                <a:ea typeface="Mulish"/>
                <a:cs typeface="Mulish"/>
                <a:sym typeface="Mulish"/>
              </a:rPr>
              <a:t>We wanted to see how well our best model (Random Forest, tuned via GridSearchCV) separates hits from flops across all classification thresholds, not just at 0.5 that is why we looked at the ROC curve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Even if we moved the classification threshold up or down this curve shows the Random Forest would still maintain a strong trade-off between catching real hits and not mislabeling too many flops.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rgbClr val="5C5C5F"/>
              </a:solidFill>
              <a:latin typeface="Mulish"/>
              <a:ea typeface="Mulish"/>
              <a:cs typeface="Mulish"/>
              <a:sym typeface="Mulish"/>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aac40404f7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3aac40404f7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Aradhya</a:t>
            </a:r>
            <a:endParaRPr/>
          </a:p>
          <a:p>
            <a:pPr indent="0" lvl="0" marL="0" rtl="0" algn="l">
              <a:lnSpc>
                <a:spcPct val="115000"/>
              </a:lnSpc>
              <a:spcBef>
                <a:spcPts val="1200"/>
              </a:spcBef>
              <a:spcAft>
                <a:spcPts val="0"/>
              </a:spcAft>
              <a:buNone/>
            </a:pPr>
            <a:r>
              <a:rPr lang="en"/>
              <a:t>This confusion matrix helps us understand what kinds of mistakes the model is making, not just how often it’s correct.</a:t>
            </a:r>
            <a:endParaRPr/>
          </a:p>
          <a:p>
            <a:pPr indent="0" lvl="0" marL="0" rtl="0" algn="l">
              <a:lnSpc>
                <a:spcPct val="115000"/>
              </a:lnSpc>
              <a:spcBef>
                <a:spcPts val="1200"/>
              </a:spcBef>
              <a:spcAft>
                <a:spcPts val="0"/>
              </a:spcAft>
              <a:buNone/>
            </a:pPr>
            <a:r>
              <a:rPr lang="en"/>
              <a:t>The rows show the true labels and the columns show what the model predicted</a:t>
            </a:r>
            <a:endParaRPr/>
          </a:p>
          <a:p>
            <a:pPr indent="0" lvl="0" marL="0" rtl="0" algn="l">
              <a:lnSpc>
                <a:spcPct val="115000"/>
              </a:lnSpc>
              <a:spcBef>
                <a:spcPts val="1200"/>
              </a:spcBef>
              <a:spcAft>
                <a:spcPts val="0"/>
              </a:spcAft>
              <a:buNone/>
            </a:pPr>
            <a:r>
              <a:rPr lang="en" sz="1400">
                <a:solidFill>
                  <a:srgbClr val="5C5C5F"/>
                </a:solidFill>
                <a:latin typeface="Mulish"/>
                <a:ea typeface="Mulish"/>
                <a:cs typeface="Mulish"/>
                <a:sym typeface="Mulish"/>
              </a:rPr>
              <a:t>The model correctly identifies 275 hits and 227 flops</a:t>
            </a:r>
            <a:r>
              <a:rPr lang="en"/>
              <a:t>.Most errors are false positives.</a:t>
            </a:r>
            <a:endParaRPr/>
          </a:p>
          <a:p>
            <a:pPr indent="0" lvl="0" marL="0" rtl="0" algn="l">
              <a:lnSpc>
                <a:spcPct val="115000"/>
              </a:lnSpc>
              <a:spcBef>
                <a:spcPts val="1200"/>
              </a:spcBef>
              <a:spcAft>
                <a:spcPts val="0"/>
              </a:spcAft>
              <a:buNone/>
            </a:pPr>
            <a:r>
              <a:rPr lang="en"/>
              <a:t>The important takeaway is that the model is noticeably stronger at catching actual hits (it gets about 86% of them right) than at confidently rejecting flops</a:t>
            </a:r>
            <a:endParaRPr/>
          </a:p>
          <a:p>
            <a:pPr indent="0" lvl="0" marL="0" rtl="0" algn="l">
              <a:lnSpc>
                <a:spcPct val="115000"/>
              </a:lnSpc>
              <a:spcBef>
                <a:spcPts val="1200"/>
              </a:spcBef>
              <a:spcAft>
                <a:spcPts val="1200"/>
              </a:spcAft>
              <a:buNone/>
            </a:pPr>
            <a:r>
              <a:rPr lang="en"/>
              <a:t>Overall, this confusion matrix reinforces our main conclusion: Spotify audio features contain clear signals that help predict hit songs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3aac40404f7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3aac40404f7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Mia</a:t>
            </a:r>
            <a:endParaRPr/>
          </a:p>
          <a:p>
            <a:pPr indent="0" lvl="0" marL="0" rtl="0" algn="l">
              <a:spcBef>
                <a:spcPts val="0"/>
              </a:spcBef>
              <a:spcAft>
                <a:spcPts val="0"/>
              </a:spcAft>
              <a:buNone/>
            </a:pPr>
            <a:r>
              <a:rPr lang="en"/>
              <a:t>Our precision recall curve shows how well </a:t>
            </a:r>
            <a:r>
              <a:rPr lang="en"/>
              <a:t>our</a:t>
            </a:r>
            <a:r>
              <a:rPr lang="en"/>
              <a:t> model balances two important questions: 1) Of all songs predicted as hits, how many were actually hits? (this is measuring the precision) And 2) Of all actual hits, how many do we catch? (this measures the recall).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model scored an average precision of 0.79/1.0 which is a strong performance. As we can see in the middle section, at a certain threshold the model achieves ~80% </a:t>
            </a:r>
            <a:r>
              <a:rPr lang="en"/>
              <a:t>precision</a:t>
            </a:r>
            <a:r>
              <a:rPr lang="en"/>
              <a:t> with 80% recall. This shows that our model manages both false positive and false negative errors well at that threshold.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sharp drop at the end of the curve occurs when we try to catch every single hit (90% or greater)  because the model lowers its thresholds to predict more songs as hits which logically includes more false positives. This is expected for songs that are genuinely difficult to predict because they don’t have typical audio features of hits.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a57c82273a_2_1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3a57c82273a_2_1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 </a:t>
            </a:r>
            <a:endParaRPr/>
          </a:p>
          <a:p>
            <a:pPr indent="0" lvl="0" marL="0" rtl="0" algn="l">
              <a:spcBef>
                <a:spcPts val="0"/>
              </a:spcBef>
              <a:spcAft>
                <a:spcPts val="0"/>
              </a:spcAft>
              <a:buNone/>
            </a:pPr>
            <a:r>
              <a:rPr lang="en"/>
              <a:t>We didn’t consider variables beyond the 6 selected, our data was limited to the 2010s and the model may not be generalizable to today, our dataset was limited to song metrics and include other features that may have been predictive of a song becoming a hit.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3a57c82273a_2_36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3a57c82273a_2_36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 </a:t>
            </a:r>
            <a:endParaRPr/>
          </a:p>
          <a:p>
            <a:pPr indent="0" lvl="0" marL="0" rtl="0" algn="l">
              <a:spcBef>
                <a:spcPts val="0"/>
              </a:spcBef>
              <a:spcAft>
                <a:spcPts val="0"/>
              </a:spcAft>
              <a:buNone/>
            </a:pPr>
            <a:r>
              <a:rPr lang="en"/>
              <a:t>Thank you for listening!</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a5e47e759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3a5e47e759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54" name="Shape 54"/>
        <p:cNvGrpSpPr/>
        <p:nvPr/>
      </p:nvGrpSpPr>
      <p:grpSpPr>
        <a:xfrm>
          <a:off x="0" y="0"/>
          <a:ext cx="0" cy="0"/>
          <a:chOff x="0" y="0"/>
          <a:chExt cx="0" cy="0"/>
        </a:xfrm>
      </p:grpSpPr>
      <p:sp>
        <p:nvSpPr>
          <p:cNvPr id="55" name="Google Shape;55;p1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4"/>
          <p:cNvSpPr txBox="1"/>
          <p:nvPr>
            <p:ph type="ctrTitle"/>
          </p:nvPr>
        </p:nvSpPr>
        <p:spPr>
          <a:xfrm>
            <a:off x="1609200" y="1424875"/>
            <a:ext cx="5925600" cy="2079300"/>
          </a:xfrm>
          <a:prstGeom prst="rect">
            <a:avLst/>
          </a:prstGeom>
          <a:noFill/>
        </p:spPr>
        <p:txBody>
          <a:bodyPr anchorCtr="0" anchor="ctr" bIns="91425" lIns="91425" spcFirstLastPara="1" rIns="91425" wrap="square" tIns="91425">
            <a:noAutofit/>
          </a:bodyPr>
          <a:lstStyle>
            <a:lvl1pPr lvl="0" algn="ctr">
              <a:lnSpc>
                <a:spcPct val="115000"/>
              </a:lnSpc>
              <a:spcBef>
                <a:spcPts val="0"/>
              </a:spcBef>
              <a:spcAft>
                <a:spcPts val="0"/>
              </a:spcAft>
              <a:buSzPts val="5200"/>
              <a:buNone/>
              <a:defRPr b="0" sz="7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7" name="Google Shape;57;p14"/>
          <p:cNvSpPr txBox="1"/>
          <p:nvPr>
            <p:ph idx="1" type="subTitle"/>
          </p:nvPr>
        </p:nvSpPr>
        <p:spPr>
          <a:xfrm>
            <a:off x="1609200" y="3573775"/>
            <a:ext cx="5942700" cy="475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58" name="Shape 58"/>
        <p:cNvGrpSpPr/>
        <p:nvPr/>
      </p:nvGrpSpPr>
      <p:grpSpPr>
        <a:xfrm>
          <a:off x="0" y="0"/>
          <a:ext cx="0" cy="0"/>
          <a:chOff x="0" y="0"/>
          <a:chExt cx="0" cy="0"/>
        </a:xfrm>
      </p:grpSpPr>
      <p:sp>
        <p:nvSpPr>
          <p:cNvPr id="59" name="Google Shape;59;p1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5"/>
          <p:cNvSpPr txBox="1"/>
          <p:nvPr>
            <p:ph type="title"/>
          </p:nvPr>
        </p:nvSpPr>
        <p:spPr>
          <a:xfrm>
            <a:off x="3579950" y="1854500"/>
            <a:ext cx="36048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1" name="Google Shape;61;p15"/>
          <p:cNvSpPr txBox="1"/>
          <p:nvPr>
            <p:ph hasCustomPrompt="1" idx="2" type="title"/>
          </p:nvPr>
        </p:nvSpPr>
        <p:spPr>
          <a:xfrm>
            <a:off x="1959250" y="1854500"/>
            <a:ext cx="11898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solidFill>
                  <a:schemeClr val="dk2"/>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62" name="Google Shape;62;p15"/>
          <p:cNvSpPr txBox="1"/>
          <p:nvPr>
            <p:ph idx="1" type="subTitle"/>
          </p:nvPr>
        </p:nvSpPr>
        <p:spPr>
          <a:xfrm>
            <a:off x="1959250" y="2939075"/>
            <a:ext cx="5225400" cy="4467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a:lvl1pPr>
            <a:lvl2pPr lvl="1" algn="ctr">
              <a:lnSpc>
                <a:spcPct val="100000"/>
              </a:lnSpc>
              <a:spcBef>
                <a:spcPts val="1600"/>
              </a:spcBef>
              <a:spcAft>
                <a:spcPts val="0"/>
              </a:spcAft>
              <a:buClr>
                <a:schemeClr val="dk1"/>
              </a:buClr>
              <a:buSzPts val="1400"/>
              <a:buNone/>
              <a:defRPr>
                <a:solidFill>
                  <a:schemeClr val="dk1"/>
                </a:solidFill>
              </a:defRPr>
            </a:lvl2pPr>
            <a:lvl3pPr lvl="2" algn="ctr">
              <a:lnSpc>
                <a:spcPct val="100000"/>
              </a:lnSpc>
              <a:spcBef>
                <a:spcPts val="1600"/>
              </a:spcBef>
              <a:spcAft>
                <a:spcPts val="0"/>
              </a:spcAft>
              <a:buClr>
                <a:schemeClr val="dk1"/>
              </a:buClr>
              <a:buSzPts val="1400"/>
              <a:buNone/>
              <a:defRPr>
                <a:solidFill>
                  <a:schemeClr val="dk1"/>
                </a:solidFill>
              </a:defRPr>
            </a:lvl3pPr>
            <a:lvl4pPr lvl="3" algn="ctr">
              <a:lnSpc>
                <a:spcPct val="100000"/>
              </a:lnSpc>
              <a:spcBef>
                <a:spcPts val="1600"/>
              </a:spcBef>
              <a:spcAft>
                <a:spcPts val="0"/>
              </a:spcAft>
              <a:buClr>
                <a:schemeClr val="dk1"/>
              </a:buClr>
              <a:buSzPts val="1400"/>
              <a:buNone/>
              <a:defRPr>
                <a:solidFill>
                  <a:schemeClr val="dk1"/>
                </a:solidFill>
              </a:defRPr>
            </a:lvl4pPr>
            <a:lvl5pPr lvl="4" algn="ctr">
              <a:lnSpc>
                <a:spcPct val="100000"/>
              </a:lnSpc>
              <a:spcBef>
                <a:spcPts val="1600"/>
              </a:spcBef>
              <a:spcAft>
                <a:spcPts val="0"/>
              </a:spcAft>
              <a:buClr>
                <a:schemeClr val="dk1"/>
              </a:buClr>
              <a:buSzPts val="1400"/>
              <a:buNone/>
              <a:defRPr>
                <a:solidFill>
                  <a:schemeClr val="dk1"/>
                </a:solidFill>
              </a:defRPr>
            </a:lvl5pPr>
            <a:lvl6pPr lvl="5" algn="ctr">
              <a:lnSpc>
                <a:spcPct val="100000"/>
              </a:lnSpc>
              <a:spcBef>
                <a:spcPts val="1600"/>
              </a:spcBef>
              <a:spcAft>
                <a:spcPts val="0"/>
              </a:spcAft>
              <a:buClr>
                <a:schemeClr val="dk1"/>
              </a:buClr>
              <a:buSzPts val="1400"/>
              <a:buNone/>
              <a:defRPr>
                <a:solidFill>
                  <a:schemeClr val="dk1"/>
                </a:solidFill>
              </a:defRPr>
            </a:lvl6pPr>
            <a:lvl7pPr lvl="6" algn="ctr">
              <a:lnSpc>
                <a:spcPct val="100000"/>
              </a:lnSpc>
              <a:spcBef>
                <a:spcPts val="1600"/>
              </a:spcBef>
              <a:spcAft>
                <a:spcPts val="0"/>
              </a:spcAft>
              <a:buClr>
                <a:schemeClr val="dk1"/>
              </a:buClr>
              <a:buSzPts val="1400"/>
              <a:buNone/>
              <a:defRPr>
                <a:solidFill>
                  <a:schemeClr val="dk1"/>
                </a:solidFill>
              </a:defRPr>
            </a:lvl7pPr>
            <a:lvl8pPr lvl="7" algn="ctr">
              <a:lnSpc>
                <a:spcPct val="100000"/>
              </a:lnSpc>
              <a:spcBef>
                <a:spcPts val="1600"/>
              </a:spcBef>
              <a:spcAft>
                <a:spcPts val="0"/>
              </a:spcAft>
              <a:buClr>
                <a:schemeClr val="dk1"/>
              </a:buClr>
              <a:buSzPts val="1400"/>
              <a:buNone/>
              <a:defRPr>
                <a:solidFill>
                  <a:schemeClr val="dk1"/>
                </a:solidFill>
              </a:defRPr>
            </a:lvl8pPr>
            <a:lvl9pPr lvl="8" algn="ctr">
              <a:lnSpc>
                <a:spcPct val="100000"/>
              </a:lnSpc>
              <a:spcBef>
                <a:spcPts val="1600"/>
              </a:spcBef>
              <a:spcAft>
                <a:spcPts val="1600"/>
              </a:spcAft>
              <a:buClr>
                <a:schemeClr val="dk1"/>
              </a:buClr>
              <a:buSzPts val="1400"/>
              <a:buNone/>
              <a:defRPr>
                <a:solidFill>
                  <a:schemeClr val="dk1"/>
                </a:solidFill>
              </a:defRPr>
            </a:lvl9pPr>
          </a:lstStyle>
          <a:p/>
        </p:txBody>
      </p:sp>
      <p:cxnSp>
        <p:nvCxnSpPr>
          <p:cNvPr id="63" name="Google Shape;63;p15"/>
          <p:cNvCxnSpPr/>
          <p:nvPr/>
        </p:nvCxnSpPr>
        <p:spPr>
          <a:xfrm rot="10800000">
            <a:off x="8761325" y="2079300"/>
            <a:ext cx="0" cy="984900"/>
          </a:xfrm>
          <a:prstGeom prst="straightConnector1">
            <a:avLst/>
          </a:prstGeom>
          <a:noFill/>
          <a:ln cap="flat" cmpd="sng" w="19050">
            <a:solidFill>
              <a:schemeClr val="lt1"/>
            </a:solidFill>
            <a:prstDash val="solid"/>
            <a:round/>
            <a:headEnd len="med" w="med" type="oval"/>
            <a:tailEnd len="med" w="med" type="oval"/>
          </a:ln>
        </p:spPr>
      </p:cxnSp>
      <p:cxnSp>
        <p:nvCxnSpPr>
          <p:cNvPr id="64" name="Google Shape;64;p1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65" name="Google Shape;65;p1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6" name="Google Shape;66;p1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67" name="Google Shape;67;p1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68" name="Google Shape;68;p15"/>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69" name="Google Shape;69;p15"/>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70" name="Google Shape;70;p15"/>
          <p:cNvCxnSpPr/>
          <p:nvPr/>
        </p:nvCxnSpPr>
        <p:spPr>
          <a:xfrm rot="10800000">
            <a:off x="394350" y="2079300"/>
            <a:ext cx="0" cy="9849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1" name="Shape 71"/>
        <p:cNvGrpSpPr/>
        <p:nvPr/>
      </p:nvGrpSpPr>
      <p:grpSpPr>
        <a:xfrm>
          <a:off x="0" y="0"/>
          <a:ext cx="0" cy="0"/>
          <a:chOff x="0" y="0"/>
          <a:chExt cx="0" cy="0"/>
        </a:xfrm>
      </p:grpSpPr>
      <p:sp>
        <p:nvSpPr>
          <p:cNvPr id="72" name="Google Shape;72;p1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3" name="Google Shape;73;p1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74" name="Google Shape;74;p1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5" name="Google Shape;75;p1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76" name="Google Shape;76;p1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77" name="Google Shape;77;p16"/>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78" name="Google Shape;78;p16"/>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79" name="Google Shape;79;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0" name="Google Shape;80;p16"/>
          <p:cNvSpPr txBox="1"/>
          <p:nvPr>
            <p:ph idx="1" type="body"/>
          </p:nvPr>
        </p:nvSpPr>
        <p:spPr>
          <a:xfrm>
            <a:off x="720000" y="1215750"/>
            <a:ext cx="7704000" cy="32331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Clr>
                <a:schemeClr val="dk2"/>
              </a:buClr>
              <a:buSzPts val="800"/>
              <a:buFont typeface="Nunito Light"/>
              <a:buChar char="●"/>
              <a:defRPr/>
            </a:lvl1pPr>
            <a:lvl2pPr indent="-304800" lvl="1" marL="914400">
              <a:spcBef>
                <a:spcPts val="0"/>
              </a:spcBef>
              <a:spcAft>
                <a:spcPts val="0"/>
              </a:spcAft>
              <a:buSzPts val="1200"/>
              <a:buFont typeface="Nunito Light"/>
              <a:buChar char="○"/>
              <a:defRPr/>
            </a:lvl2pPr>
            <a:lvl3pPr indent="-304800" lvl="2" marL="1371600">
              <a:lnSpc>
                <a:spcPct val="115000"/>
              </a:lnSpc>
              <a:spcBef>
                <a:spcPts val="0"/>
              </a:spcBef>
              <a:spcAft>
                <a:spcPts val="0"/>
              </a:spcAft>
              <a:buClr>
                <a:srgbClr val="FFC800"/>
              </a:buClr>
              <a:buSzPts val="1200"/>
              <a:buFont typeface="Nunito Light"/>
              <a:buChar char="■"/>
              <a:defRPr/>
            </a:lvl3pPr>
            <a:lvl4pPr indent="-304800" lvl="3" marL="1828800">
              <a:lnSpc>
                <a:spcPct val="115000"/>
              </a:lnSpc>
              <a:spcBef>
                <a:spcPts val="1600"/>
              </a:spcBef>
              <a:spcAft>
                <a:spcPts val="0"/>
              </a:spcAft>
              <a:buClr>
                <a:srgbClr val="FFC800"/>
              </a:buClr>
              <a:buSzPts val="1200"/>
              <a:buFont typeface="Nunito Light"/>
              <a:buChar char="●"/>
              <a:defRPr/>
            </a:lvl4pPr>
            <a:lvl5pPr indent="-304800" lvl="4" marL="2286000">
              <a:lnSpc>
                <a:spcPct val="115000"/>
              </a:lnSpc>
              <a:spcBef>
                <a:spcPts val="1600"/>
              </a:spcBef>
              <a:spcAft>
                <a:spcPts val="0"/>
              </a:spcAft>
              <a:buClr>
                <a:srgbClr val="434343"/>
              </a:buClr>
              <a:buSzPts val="1200"/>
              <a:buFont typeface="Nunito Light"/>
              <a:buChar char="○"/>
              <a:defRPr/>
            </a:lvl5pPr>
            <a:lvl6pPr indent="-304800" lvl="5" marL="2743200">
              <a:lnSpc>
                <a:spcPct val="115000"/>
              </a:lnSpc>
              <a:spcBef>
                <a:spcPts val="1600"/>
              </a:spcBef>
              <a:spcAft>
                <a:spcPts val="0"/>
              </a:spcAft>
              <a:buClr>
                <a:srgbClr val="434343"/>
              </a:buClr>
              <a:buSzPts val="1200"/>
              <a:buFont typeface="Nunito Light"/>
              <a:buChar char="■"/>
              <a:defRPr/>
            </a:lvl6pPr>
            <a:lvl7pPr indent="-304800" lvl="6" marL="3200400">
              <a:lnSpc>
                <a:spcPct val="115000"/>
              </a:lnSpc>
              <a:spcBef>
                <a:spcPts val="1600"/>
              </a:spcBef>
              <a:spcAft>
                <a:spcPts val="0"/>
              </a:spcAft>
              <a:buClr>
                <a:srgbClr val="434343"/>
              </a:buClr>
              <a:buSzPts val="1200"/>
              <a:buFont typeface="Nunito Light"/>
              <a:buChar char="●"/>
              <a:defRPr/>
            </a:lvl7pPr>
            <a:lvl8pPr indent="-304800" lvl="7" marL="3657600">
              <a:lnSpc>
                <a:spcPct val="115000"/>
              </a:lnSpc>
              <a:spcBef>
                <a:spcPts val="1600"/>
              </a:spcBef>
              <a:spcAft>
                <a:spcPts val="0"/>
              </a:spcAft>
              <a:buClr>
                <a:srgbClr val="434343"/>
              </a:buClr>
              <a:buSzPts val="1200"/>
              <a:buFont typeface="Nunito Light"/>
              <a:buChar char="○"/>
              <a:defRPr/>
            </a:lvl8pPr>
            <a:lvl9pPr indent="-304800" lvl="8" marL="4114800">
              <a:lnSpc>
                <a:spcPct val="115000"/>
              </a:lnSpc>
              <a:spcBef>
                <a:spcPts val="1600"/>
              </a:spcBef>
              <a:spcAft>
                <a:spcPts val="1600"/>
              </a:spcAft>
              <a:buClr>
                <a:srgbClr val="434343"/>
              </a:buClr>
              <a:buSzPts val="1200"/>
              <a:buFont typeface="Nunito Light"/>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1" name="Shape 81"/>
        <p:cNvGrpSpPr/>
        <p:nvPr/>
      </p:nvGrpSpPr>
      <p:grpSpPr>
        <a:xfrm>
          <a:off x="0" y="0"/>
          <a:ext cx="0" cy="0"/>
          <a:chOff x="0" y="0"/>
          <a:chExt cx="0" cy="0"/>
        </a:xfrm>
      </p:grpSpPr>
      <p:sp>
        <p:nvSpPr>
          <p:cNvPr id="82" name="Google Shape;82;p1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3" name="Google Shape;83;p1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84" name="Google Shape;84;p1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5" name="Google Shape;85;p1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86" name="Google Shape;86;p1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87" name="Google Shape;87;p17"/>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88" name="Google Shape;88;p17"/>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89" name="Google Shape;89;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0" name="Google Shape;90;p17"/>
          <p:cNvSpPr txBox="1"/>
          <p:nvPr>
            <p:ph idx="1" type="subTitle"/>
          </p:nvPr>
        </p:nvSpPr>
        <p:spPr>
          <a:xfrm>
            <a:off x="4747387" y="1872353"/>
            <a:ext cx="3698100" cy="2736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Char char="●"/>
              <a:defRPr b="0" sz="1400"/>
            </a:lvl1pPr>
            <a:lvl2pPr lvl="1" algn="ctr">
              <a:lnSpc>
                <a:spcPct val="100000"/>
              </a:lnSpc>
              <a:spcBef>
                <a:spcPts val="0"/>
              </a:spcBef>
              <a:spcAft>
                <a:spcPts val="0"/>
              </a:spcAft>
              <a:buSzPts val="2800"/>
              <a:buChar char="○"/>
              <a:defRPr sz="2800"/>
            </a:lvl2pPr>
            <a:lvl3pPr lvl="2" algn="ctr">
              <a:lnSpc>
                <a:spcPct val="100000"/>
              </a:lnSpc>
              <a:spcBef>
                <a:spcPts val="0"/>
              </a:spcBef>
              <a:spcAft>
                <a:spcPts val="0"/>
              </a:spcAft>
              <a:buSzPts val="2800"/>
              <a:buChar char="■"/>
              <a:defRPr sz="2800"/>
            </a:lvl3pPr>
            <a:lvl4pPr lvl="3" algn="ctr">
              <a:lnSpc>
                <a:spcPct val="100000"/>
              </a:lnSpc>
              <a:spcBef>
                <a:spcPts val="0"/>
              </a:spcBef>
              <a:spcAft>
                <a:spcPts val="0"/>
              </a:spcAft>
              <a:buSzPts val="2800"/>
              <a:buChar char="●"/>
              <a:defRPr sz="2800"/>
            </a:lvl4pPr>
            <a:lvl5pPr lvl="4" algn="ctr">
              <a:lnSpc>
                <a:spcPct val="100000"/>
              </a:lnSpc>
              <a:spcBef>
                <a:spcPts val="0"/>
              </a:spcBef>
              <a:spcAft>
                <a:spcPts val="0"/>
              </a:spcAft>
              <a:buSzPts val="2800"/>
              <a:buChar char="○"/>
              <a:defRPr sz="2800"/>
            </a:lvl5pPr>
            <a:lvl6pPr lvl="5" algn="ctr">
              <a:lnSpc>
                <a:spcPct val="100000"/>
              </a:lnSpc>
              <a:spcBef>
                <a:spcPts val="0"/>
              </a:spcBef>
              <a:spcAft>
                <a:spcPts val="0"/>
              </a:spcAft>
              <a:buSzPts val="2800"/>
              <a:buChar char="■"/>
              <a:defRPr sz="2800"/>
            </a:lvl6pPr>
            <a:lvl7pPr lvl="6" algn="ctr">
              <a:lnSpc>
                <a:spcPct val="100000"/>
              </a:lnSpc>
              <a:spcBef>
                <a:spcPts val="0"/>
              </a:spcBef>
              <a:spcAft>
                <a:spcPts val="0"/>
              </a:spcAft>
              <a:buSzPts val="2800"/>
              <a:buChar char="●"/>
              <a:defRPr sz="2800"/>
            </a:lvl7pPr>
            <a:lvl8pPr lvl="7" algn="ctr">
              <a:lnSpc>
                <a:spcPct val="100000"/>
              </a:lnSpc>
              <a:spcBef>
                <a:spcPts val="0"/>
              </a:spcBef>
              <a:spcAft>
                <a:spcPts val="0"/>
              </a:spcAft>
              <a:buSzPts val="2800"/>
              <a:buChar char="○"/>
              <a:defRPr sz="2800"/>
            </a:lvl8pPr>
            <a:lvl9pPr lvl="8" algn="ctr">
              <a:lnSpc>
                <a:spcPct val="100000"/>
              </a:lnSpc>
              <a:spcBef>
                <a:spcPts val="0"/>
              </a:spcBef>
              <a:spcAft>
                <a:spcPts val="0"/>
              </a:spcAft>
              <a:buSzPts val="2800"/>
              <a:buChar char="■"/>
              <a:defRPr sz="2800"/>
            </a:lvl9pPr>
          </a:lstStyle>
          <a:p/>
        </p:txBody>
      </p:sp>
      <p:sp>
        <p:nvSpPr>
          <p:cNvPr id="91" name="Google Shape;91;p17"/>
          <p:cNvSpPr txBox="1"/>
          <p:nvPr>
            <p:ph idx="2" type="subTitle"/>
          </p:nvPr>
        </p:nvSpPr>
        <p:spPr>
          <a:xfrm>
            <a:off x="726675" y="1872353"/>
            <a:ext cx="3698100" cy="2736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Char char="●"/>
              <a:defRPr b="0" sz="1400"/>
            </a:lvl1pPr>
            <a:lvl2pPr lvl="1" algn="ctr">
              <a:lnSpc>
                <a:spcPct val="100000"/>
              </a:lnSpc>
              <a:spcBef>
                <a:spcPts val="1600"/>
              </a:spcBef>
              <a:spcAft>
                <a:spcPts val="0"/>
              </a:spcAft>
              <a:buSzPts val="1400"/>
              <a:buChar char="○"/>
              <a:defRPr sz="2800"/>
            </a:lvl2pPr>
            <a:lvl3pPr lvl="2" algn="ctr">
              <a:lnSpc>
                <a:spcPct val="100000"/>
              </a:lnSpc>
              <a:spcBef>
                <a:spcPts val="0"/>
              </a:spcBef>
              <a:spcAft>
                <a:spcPts val="0"/>
              </a:spcAft>
              <a:buSzPts val="1400"/>
              <a:buChar char="■"/>
              <a:defRPr sz="2800"/>
            </a:lvl3pPr>
            <a:lvl4pPr lvl="3" algn="ctr">
              <a:lnSpc>
                <a:spcPct val="100000"/>
              </a:lnSpc>
              <a:spcBef>
                <a:spcPts val="0"/>
              </a:spcBef>
              <a:spcAft>
                <a:spcPts val="0"/>
              </a:spcAft>
              <a:buSzPts val="1400"/>
              <a:buChar char="●"/>
              <a:defRPr sz="2800"/>
            </a:lvl4pPr>
            <a:lvl5pPr lvl="4" algn="ctr">
              <a:lnSpc>
                <a:spcPct val="100000"/>
              </a:lnSpc>
              <a:spcBef>
                <a:spcPts val="0"/>
              </a:spcBef>
              <a:spcAft>
                <a:spcPts val="0"/>
              </a:spcAft>
              <a:buSzPts val="1400"/>
              <a:buChar char="○"/>
              <a:defRPr sz="2800"/>
            </a:lvl5pPr>
            <a:lvl6pPr lvl="5" algn="ctr">
              <a:lnSpc>
                <a:spcPct val="100000"/>
              </a:lnSpc>
              <a:spcBef>
                <a:spcPts val="0"/>
              </a:spcBef>
              <a:spcAft>
                <a:spcPts val="0"/>
              </a:spcAft>
              <a:buSzPts val="1400"/>
              <a:buChar char="■"/>
              <a:defRPr sz="2800"/>
            </a:lvl6pPr>
            <a:lvl7pPr lvl="6" algn="ctr">
              <a:lnSpc>
                <a:spcPct val="100000"/>
              </a:lnSpc>
              <a:spcBef>
                <a:spcPts val="0"/>
              </a:spcBef>
              <a:spcAft>
                <a:spcPts val="0"/>
              </a:spcAft>
              <a:buSzPts val="1400"/>
              <a:buChar char="●"/>
              <a:defRPr sz="2800"/>
            </a:lvl7pPr>
            <a:lvl8pPr lvl="7" algn="ctr">
              <a:lnSpc>
                <a:spcPct val="100000"/>
              </a:lnSpc>
              <a:spcBef>
                <a:spcPts val="0"/>
              </a:spcBef>
              <a:spcAft>
                <a:spcPts val="0"/>
              </a:spcAft>
              <a:buSzPts val="1400"/>
              <a:buChar char="○"/>
              <a:defRPr sz="2800"/>
            </a:lvl8pPr>
            <a:lvl9pPr lvl="8" algn="ctr">
              <a:lnSpc>
                <a:spcPct val="100000"/>
              </a:lnSpc>
              <a:spcBef>
                <a:spcPts val="0"/>
              </a:spcBef>
              <a:spcAft>
                <a:spcPts val="0"/>
              </a:spcAft>
              <a:buSzPts val="1400"/>
              <a:buChar char="■"/>
              <a:defRPr sz="2800"/>
            </a:lvl9pPr>
          </a:lstStyle>
          <a:p/>
        </p:txBody>
      </p:sp>
      <p:sp>
        <p:nvSpPr>
          <p:cNvPr id="92" name="Google Shape;92;p17"/>
          <p:cNvSpPr txBox="1"/>
          <p:nvPr>
            <p:ph idx="3" type="subTitle"/>
          </p:nvPr>
        </p:nvSpPr>
        <p:spPr>
          <a:xfrm>
            <a:off x="726675" y="1313225"/>
            <a:ext cx="3698100" cy="422400"/>
          </a:xfrm>
          <a:prstGeom prst="rect">
            <a:avLst/>
          </a:prstGeom>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93" name="Google Shape;93;p17"/>
          <p:cNvSpPr txBox="1"/>
          <p:nvPr>
            <p:ph idx="4" type="subTitle"/>
          </p:nvPr>
        </p:nvSpPr>
        <p:spPr>
          <a:xfrm>
            <a:off x="4747375" y="1313225"/>
            <a:ext cx="3698100" cy="422400"/>
          </a:xfrm>
          <a:prstGeom prst="rect">
            <a:avLst/>
          </a:prstGeom>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1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6" name="Google Shape;96;p1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97" name="Google Shape;97;p1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8" name="Google Shape;98;p18"/>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99" name="Google Shape;99;p1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00" name="Google Shape;100;p1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01" name="Google Shape;101;p18"/>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02" name="Google Shape;102;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3" name="Shape 103"/>
        <p:cNvGrpSpPr/>
        <p:nvPr/>
      </p:nvGrpSpPr>
      <p:grpSpPr>
        <a:xfrm>
          <a:off x="0" y="0"/>
          <a:ext cx="0" cy="0"/>
          <a:chOff x="0" y="0"/>
          <a:chExt cx="0" cy="0"/>
        </a:xfrm>
      </p:grpSpPr>
      <p:sp>
        <p:nvSpPr>
          <p:cNvPr id="104" name="Google Shape;104;p1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5" name="Google Shape;105;p1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06" name="Google Shape;106;p1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7" name="Google Shape;107;p19"/>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08" name="Google Shape;108;p1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09" name="Google Shape;109;p19"/>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10" name="Google Shape;110;p19"/>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11" name="Google Shape;111;p19"/>
          <p:cNvSpPr txBox="1"/>
          <p:nvPr>
            <p:ph type="title"/>
          </p:nvPr>
        </p:nvSpPr>
        <p:spPr>
          <a:xfrm>
            <a:off x="720000" y="445025"/>
            <a:ext cx="62664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2" name="Google Shape;112;p19"/>
          <p:cNvSpPr txBox="1"/>
          <p:nvPr>
            <p:ph idx="1" type="subTitle"/>
          </p:nvPr>
        </p:nvSpPr>
        <p:spPr>
          <a:xfrm>
            <a:off x="720000" y="1347250"/>
            <a:ext cx="7324500" cy="31734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sz="1600"/>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1600"/>
              </a:spcBef>
              <a:spcAft>
                <a:spcPts val="0"/>
              </a:spcAft>
              <a:buClr>
                <a:srgbClr val="E76A28"/>
              </a:buClr>
              <a:buSzPts val="1500"/>
              <a:buFont typeface="Nunito Light"/>
              <a:buChar char="■"/>
              <a:defRPr/>
            </a:lvl3pPr>
            <a:lvl4pPr lvl="3" algn="ctr">
              <a:lnSpc>
                <a:spcPct val="100000"/>
              </a:lnSpc>
              <a:spcBef>
                <a:spcPts val="1600"/>
              </a:spcBef>
              <a:spcAft>
                <a:spcPts val="0"/>
              </a:spcAft>
              <a:buClr>
                <a:srgbClr val="E76A28"/>
              </a:buClr>
              <a:buSzPts val="1500"/>
              <a:buFont typeface="Nunito Light"/>
              <a:buChar char="●"/>
              <a:defRPr/>
            </a:lvl4pPr>
            <a:lvl5pPr lvl="4" algn="ctr">
              <a:lnSpc>
                <a:spcPct val="100000"/>
              </a:lnSpc>
              <a:spcBef>
                <a:spcPts val="1600"/>
              </a:spcBef>
              <a:spcAft>
                <a:spcPts val="0"/>
              </a:spcAft>
              <a:buClr>
                <a:srgbClr val="E76A28"/>
              </a:buClr>
              <a:buSzPts val="1400"/>
              <a:buFont typeface="Nunito Light"/>
              <a:buChar char="○"/>
              <a:defRPr/>
            </a:lvl5pPr>
            <a:lvl6pPr lvl="5" algn="ctr">
              <a:lnSpc>
                <a:spcPct val="100000"/>
              </a:lnSpc>
              <a:spcBef>
                <a:spcPts val="1600"/>
              </a:spcBef>
              <a:spcAft>
                <a:spcPts val="0"/>
              </a:spcAft>
              <a:buClr>
                <a:srgbClr val="999999"/>
              </a:buClr>
              <a:buSzPts val="1400"/>
              <a:buFont typeface="Nunito Light"/>
              <a:buChar char="■"/>
              <a:defRPr/>
            </a:lvl6pPr>
            <a:lvl7pPr lvl="6" algn="ctr">
              <a:lnSpc>
                <a:spcPct val="100000"/>
              </a:lnSpc>
              <a:spcBef>
                <a:spcPts val="1600"/>
              </a:spcBef>
              <a:spcAft>
                <a:spcPts val="0"/>
              </a:spcAft>
              <a:buClr>
                <a:srgbClr val="999999"/>
              </a:buClr>
              <a:buSzPts val="1300"/>
              <a:buFont typeface="Nunito Light"/>
              <a:buChar char="●"/>
              <a:defRPr/>
            </a:lvl7pPr>
            <a:lvl8pPr lvl="7" algn="ctr">
              <a:lnSpc>
                <a:spcPct val="100000"/>
              </a:lnSpc>
              <a:spcBef>
                <a:spcPts val="1600"/>
              </a:spcBef>
              <a:spcAft>
                <a:spcPts val="0"/>
              </a:spcAft>
              <a:buClr>
                <a:srgbClr val="999999"/>
              </a:buClr>
              <a:buSzPts val="1300"/>
              <a:buFont typeface="Nunito Light"/>
              <a:buChar char="○"/>
              <a:defRPr/>
            </a:lvl8pPr>
            <a:lvl9pPr lvl="8" algn="ctr">
              <a:lnSpc>
                <a:spcPct val="100000"/>
              </a:lnSpc>
              <a:spcBef>
                <a:spcPts val="1600"/>
              </a:spcBef>
              <a:spcAft>
                <a:spcPts val="1600"/>
              </a:spcAft>
              <a:buClr>
                <a:srgbClr val="999999"/>
              </a:buClr>
              <a:buSzPts val="1400"/>
              <a:buFont typeface="Nunito Light"/>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3" name="Shape 113"/>
        <p:cNvGrpSpPr/>
        <p:nvPr/>
      </p:nvGrpSpPr>
      <p:grpSpPr>
        <a:xfrm>
          <a:off x="0" y="0"/>
          <a:ext cx="0" cy="0"/>
          <a:chOff x="0" y="0"/>
          <a:chExt cx="0" cy="0"/>
        </a:xfrm>
      </p:grpSpPr>
      <p:sp>
        <p:nvSpPr>
          <p:cNvPr id="114" name="Google Shape;114;p2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0"/>
          <p:cNvSpPr txBox="1"/>
          <p:nvPr>
            <p:ph type="title"/>
          </p:nvPr>
        </p:nvSpPr>
        <p:spPr>
          <a:xfrm>
            <a:off x="969825" y="2079259"/>
            <a:ext cx="7204500" cy="8790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cxnSp>
        <p:nvCxnSpPr>
          <p:cNvPr id="116" name="Google Shape;116;p2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17" name="Google Shape;117;p2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8" name="Google Shape;118;p2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19" name="Google Shape;119;p2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20" name="Google Shape;120;p2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21" name="Google Shape;121;p20"/>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2" name="Shape 122"/>
        <p:cNvGrpSpPr/>
        <p:nvPr/>
      </p:nvGrpSpPr>
      <p:grpSpPr>
        <a:xfrm>
          <a:off x="0" y="0"/>
          <a:ext cx="0" cy="0"/>
          <a:chOff x="0" y="0"/>
          <a:chExt cx="0" cy="0"/>
        </a:xfrm>
      </p:grpSpPr>
      <p:sp>
        <p:nvSpPr>
          <p:cNvPr id="123" name="Google Shape;123;p21"/>
          <p:cNvSpPr txBox="1"/>
          <p:nvPr>
            <p:ph type="title"/>
          </p:nvPr>
        </p:nvSpPr>
        <p:spPr>
          <a:xfrm>
            <a:off x="720000" y="1413525"/>
            <a:ext cx="4294800" cy="2095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4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4" name="Google Shape;124;p21"/>
          <p:cNvSpPr txBox="1"/>
          <p:nvPr>
            <p:ph idx="1" type="subTitle"/>
          </p:nvPr>
        </p:nvSpPr>
        <p:spPr>
          <a:xfrm>
            <a:off x="720000" y="3508800"/>
            <a:ext cx="4294800" cy="1004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5" name="Google Shape;125;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6" name="Shape 126"/>
        <p:cNvGrpSpPr/>
        <p:nvPr/>
      </p:nvGrpSpPr>
      <p:grpSpPr>
        <a:xfrm>
          <a:off x="0" y="0"/>
          <a:ext cx="0" cy="0"/>
          <a:chOff x="0" y="0"/>
          <a:chExt cx="0" cy="0"/>
        </a:xfrm>
      </p:grpSpPr>
      <p:sp>
        <p:nvSpPr>
          <p:cNvPr id="127" name="Google Shape;127;p22"/>
          <p:cNvSpPr/>
          <p:nvPr>
            <p:ph idx="2" type="pic"/>
          </p:nvPr>
        </p:nvSpPr>
        <p:spPr>
          <a:xfrm>
            <a:off x="0" y="0"/>
            <a:ext cx="9144000" cy="5143500"/>
          </a:xfrm>
          <a:prstGeom prst="rect">
            <a:avLst/>
          </a:prstGeom>
          <a:noFill/>
          <a:ln>
            <a:noFill/>
          </a:ln>
        </p:spPr>
      </p:sp>
      <p:sp>
        <p:nvSpPr>
          <p:cNvPr id="128" name="Google Shape;128;p22"/>
          <p:cNvSpPr txBox="1"/>
          <p:nvPr>
            <p:ph type="title"/>
          </p:nvPr>
        </p:nvSpPr>
        <p:spPr>
          <a:xfrm>
            <a:off x="713225" y="4162975"/>
            <a:ext cx="7917300" cy="541500"/>
          </a:xfrm>
          <a:prstGeom prst="rect">
            <a:avLst/>
          </a:prstGeom>
          <a:solidFill>
            <a:schemeClr val="lt1"/>
          </a:solidFill>
          <a:ln>
            <a:noFill/>
          </a:ln>
        </p:spPr>
        <p:txBody>
          <a:bodyPr anchorCtr="0" anchor="ctr" bIns="91425" lIns="91425" spcFirstLastPara="1" rIns="91425" wrap="square" tIns="91425">
            <a:noAutofit/>
          </a:bodyPr>
          <a:lstStyle>
            <a:lvl1pPr lvl="0" algn="ctr">
              <a:spcBef>
                <a:spcPts val="0"/>
              </a:spcBef>
              <a:spcAft>
                <a:spcPts val="0"/>
              </a:spcAft>
              <a:buSzPts val="3000"/>
              <a:buNone/>
              <a:defRPr>
                <a:solidFill>
                  <a:schemeClr val="dk2"/>
                </a:solidFill>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9" name="Shape 129"/>
        <p:cNvGrpSpPr/>
        <p:nvPr/>
      </p:nvGrpSpPr>
      <p:grpSpPr>
        <a:xfrm>
          <a:off x="0" y="0"/>
          <a:ext cx="0" cy="0"/>
          <a:chOff x="0" y="0"/>
          <a:chExt cx="0" cy="0"/>
        </a:xfrm>
      </p:grpSpPr>
      <p:sp>
        <p:nvSpPr>
          <p:cNvPr id="130" name="Google Shape;130;p2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1" name="Google Shape;131;p2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32" name="Google Shape;132;p2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3" name="Google Shape;133;p23"/>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34" name="Google Shape;134;p2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35" name="Google Shape;135;p2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36" name="Google Shape;136;p23"/>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37" name="Google Shape;137;p23"/>
          <p:cNvSpPr txBox="1"/>
          <p:nvPr>
            <p:ph hasCustomPrompt="1" type="title"/>
          </p:nvPr>
        </p:nvSpPr>
        <p:spPr>
          <a:xfrm>
            <a:off x="1284000" y="1429725"/>
            <a:ext cx="6576000" cy="14088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6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38" name="Google Shape;138;p23"/>
          <p:cNvSpPr txBox="1"/>
          <p:nvPr>
            <p:ph idx="1" type="subTitle"/>
          </p:nvPr>
        </p:nvSpPr>
        <p:spPr>
          <a:xfrm>
            <a:off x="1284000" y="2985500"/>
            <a:ext cx="6576000" cy="497100"/>
          </a:xfrm>
          <a:prstGeom prst="rect">
            <a:avLst/>
          </a:prstGeom>
          <a:ln cap="flat" cmpd="sng" w="19050">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2"/>
        </a:solidFill>
      </p:bgPr>
    </p:bg>
    <p:spTree>
      <p:nvGrpSpPr>
        <p:cNvPr id="139" name="Shape 139"/>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40" name="Shape 140"/>
        <p:cNvGrpSpPr/>
        <p:nvPr/>
      </p:nvGrpSpPr>
      <p:grpSpPr>
        <a:xfrm>
          <a:off x="0" y="0"/>
          <a:ext cx="0" cy="0"/>
          <a:chOff x="0" y="0"/>
          <a:chExt cx="0" cy="0"/>
        </a:xfrm>
      </p:grpSpPr>
      <p:sp>
        <p:nvSpPr>
          <p:cNvPr id="141" name="Google Shape;141;p2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43" name="Google Shape;143;p25"/>
          <p:cNvSpPr txBox="1"/>
          <p:nvPr>
            <p:ph idx="1" type="subTitle"/>
          </p:nvPr>
        </p:nvSpPr>
        <p:spPr>
          <a:xfrm>
            <a:off x="713225" y="20181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44" name="Google Shape;144;p25"/>
          <p:cNvSpPr txBox="1"/>
          <p:nvPr>
            <p:ph idx="2" type="subTitle"/>
          </p:nvPr>
        </p:nvSpPr>
        <p:spPr>
          <a:xfrm>
            <a:off x="713225" y="3870728"/>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45" name="Google Shape;145;p25"/>
          <p:cNvSpPr txBox="1"/>
          <p:nvPr>
            <p:ph idx="3" type="subTitle"/>
          </p:nvPr>
        </p:nvSpPr>
        <p:spPr>
          <a:xfrm>
            <a:off x="3359125" y="38707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46" name="Google Shape;146;p25"/>
          <p:cNvSpPr txBox="1"/>
          <p:nvPr>
            <p:ph idx="4" type="subTitle"/>
          </p:nvPr>
        </p:nvSpPr>
        <p:spPr>
          <a:xfrm>
            <a:off x="3359125" y="20180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47" name="Google Shape;147;p25"/>
          <p:cNvSpPr txBox="1"/>
          <p:nvPr>
            <p:ph hasCustomPrompt="1" idx="5" type="title"/>
          </p:nvPr>
        </p:nvSpPr>
        <p:spPr>
          <a:xfrm>
            <a:off x="713225" y="1141288"/>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8" name="Google Shape;148;p25"/>
          <p:cNvSpPr txBox="1"/>
          <p:nvPr>
            <p:ph hasCustomPrompt="1" idx="6" type="title"/>
          </p:nvPr>
        </p:nvSpPr>
        <p:spPr>
          <a:xfrm>
            <a:off x="3359125"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49" name="Google Shape;149;p25"/>
          <p:cNvSpPr txBox="1"/>
          <p:nvPr>
            <p:ph hasCustomPrompt="1" idx="7" type="title"/>
          </p:nvPr>
        </p:nvSpPr>
        <p:spPr>
          <a:xfrm>
            <a:off x="713225"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50" name="Google Shape;150;p25"/>
          <p:cNvSpPr txBox="1"/>
          <p:nvPr>
            <p:ph hasCustomPrompt="1" idx="8" type="title"/>
          </p:nvPr>
        </p:nvSpPr>
        <p:spPr>
          <a:xfrm>
            <a:off x="3359125" y="1142055"/>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51" name="Google Shape;151;p25"/>
          <p:cNvSpPr txBox="1"/>
          <p:nvPr>
            <p:ph idx="9" type="subTitle"/>
          </p:nvPr>
        </p:nvSpPr>
        <p:spPr>
          <a:xfrm>
            <a:off x="5997638" y="38707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52" name="Google Shape;152;p25"/>
          <p:cNvSpPr txBox="1"/>
          <p:nvPr>
            <p:ph idx="13" type="subTitle"/>
          </p:nvPr>
        </p:nvSpPr>
        <p:spPr>
          <a:xfrm>
            <a:off x="5997638" y="20180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53" name="Google Shape;153;p25"/>
          <p:cNvSpPr txBox="1"/>
          <p:nvPr>
            <p:ph hasCustomPrompt="1" idx="14" type="title"/>
          </p:nvPr>
        </p:nvSpPr>
        <p:spPr>
          <a:xfrm>
            <a:off x="5997638"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54" name="Google Shape;154;p25"/>
          <p:cNvSpPr txBox="1"/>
          <p:nvPr>
            <p:ph hasCustomPrompt="1" idx="15" type="title"/>
          </p:nvPr>
        </p:nvSpPr>
        <p:spPr>
          <a:xfrm>
            <a:off x="5997638" y="1142055"/>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55" name="Google Shape;155;p25"/>
          <p:cNvSpPr txBox="1"/>
          <p:nvPr>
            <p:ph idx="16" type="subTitle"/>
          </p:nvPr>
        </p:nvSpPr>
        <p:spPr>
          <a:xfrm>
            <a:off x="713225"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56" name="Google Shape;156;p25"/>
          <p:cNvSpPr txBox="1"/>
          <p:nvPr>
            <p:ph idx="17" type="subTitle"/>
          </p:nvPr>
        </p:nvSpPr>
        <p:spPr>
          <a:xfrm>
            <a:off x="713225" y="3447136"/>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57" name="Google Shape;157;p25"/>
          <p:cNvSpPr txBox="1"/>
          <p:nvPr>
            <p:ph idx="18" type="subTitle"/>
          </p:nvPr>
        </p:nvSpPr>
        <p:spPr>
          <a:xfrm>
            <a:off x="3359125" y="3447125"/>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58" name="Google Shape;158;p25"/>
          <p:cNvSpPr txBox="1"/>
          <p:nvPr>
            <p:ph idx="19" type="subTitle"/>
          </p:nvPr>
        </p:nvSpPr>
        <p:spPr>
          <a:xfrm>
            <a:off x="3359125"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59" name="Google Shape;159;p25"/>
          <p:cNvSpPr txBox="1"/>
          <p:nvPr>
            <p:ph idx="20" type="subTitle"/>
          </p:nvPr>
        </p:nvSpPr>
        <p:spPr>
          <a:xfrm>
            <a:off x="5997638" y="3447125"/>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160" name="Google Shape;160;p25"/>
          <p:cNvSpPr txBox="1"/>
          <p:nvPr>
            <p:ph idx="21" type="subTitle"/>
          </p:nvPr>
        </p:nvSpPr>
        <p:spPr>
          <a:xfrm>
            <a:off x="5997638"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cxnSp>
        <p:nvCxnSpPr>
          <p:cNvPr id="161" name="Google Shape;161;p2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62" name="Google Shape;162;p2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3" name="Google Shape;163;p2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64" name="Google Shape;164;p2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65" name="Google Shape;165;p25"/>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66" name="Google Shape;166;p25"/>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67" name="Shape 167"/>
        <p:cNvGrpSpPr/>
        <p:nvPr/>
      </p:nvGrpSpPr>
      <p:grpSpPr>
        <a:xfrm>
          <a:off x="0" y="0"/>
          <a:ext cx="0" cy="0"/>
          <a:chOff x="0" y="0"/>
          <a:chExt cx="0" cy="0"/>
        </a:xfrm>
      </p:grpSpPr>
      <p:sp>
        <p:nvSpPr>
          <p:cNvPr id="168" name="Google Shape;168;p2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9" name="Google Shape;169;p2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70" name="Google Shape;170;p2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1" name="Google Shape;171;p2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72" name="Google Shape;172;p2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73" name="Google Shape;173;p26"/>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74" name="Google Shape;174;p26"/>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75" name="Google Shape;175;p26"/>
          <p:cNvSpPr txBox="1"/>
          <p:nvPr>
            <p:ph type="title"/>
          </p:nvPr>
        </p:nvSpPr>
        <p:spPr>
          <a:xfrm>
            <a:off x="969900" y="3387600"/>
            <a:ext cx="7204200" cy="531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3000"/>
              <a:buNone/>
              <a:defRPr>
                <a:solidFill>
                  <a:schemeClr val="dk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176" name="Google Shape;176;p26"/>
          <p:cNvSpPr txBox="1"/>
          <p:nvPr>
            <p:ph idx="1" type="subTitle"/>
          </p:nvPr>
        </p:nvSpPr>
        <p:spPr>
          <a:xfrm>
            <a:off x="969900" y="1312625"/>
            <a:ext cx="7204200" cy="14784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177" name="Shape 177"/>
        <p:cNvGrpSpPr/>
        <p:nvPr/>
      </p:nvGrpSpPr>
      <p:grpSpPr>
        <a:xfrm>
          <a:off x="0" y="0"/>
          <a:ext cx="0" cy="0"/>
          <a:chOff x="0" y="0"/>
          <a:chExt cx="0" cy="0"/>
        </a:xfrm>
      </p:grpSpPr>
      <p:sp>
        <p:nvSpPr>
          <p:cNvPr id="178" name="Google Shape;178;p2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9" name="Google Shape;179;p2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80" name="Google Shape;180;p2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1" name="Google Shape;181;p2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82" name="Google Shape;182;p2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83" name="Google Shape;183;p27"/>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84" name="Google Shape;184;p27"/>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85" name="Google Shape;185;p27"/>
          <p:cNvSpPr txBox="1"/>
          <p:nvPr>
            <p:ph type="title"/>
          </p:nvPr>
        </p:nvSpPr>
        <p:spPr>
          <a:xfrm>
            <a:off x="720000" y="1148563"/>
            <a:ext cx="3944700" cy="1607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86" name="Google Shape;186;p27"/>
          <p:cNvSpPr txBox="1"/>
          <p:nvPr>
            <p:ph idx="1" type="subTitle"/>
          </p:nvPr>
        </p:nvSpPr>
        <p:spPr>
          <a:xfrm>
            <a:off x="720000" y="2878638"/>
            <a:ext cx="39447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87" name="Google Shape;187;p27"/>
          <p:cNvSpPr/>
          <p:nvPr>
            <p:ph idx="2" type="pic"/>
          </p:nvPr>
        </p:nvSpPr>
        <p:spPr>
          <a:xfrm>
            <a:off x="5149825" y="691038"/>
            <a:ext cx="3070800" cy="3761400"/>
          </a:xfrm>
          <a:prstGeom prst="ellipse">
            <a:avLst/>
          </a:prstGeom>
          <a:noFill/>
          <a:ln cap="flat" cmpd="sng" w="19050">
            <a:solidFill>
              <a:schemeClr val="dk2"/>
            </a:solidFill>
            <a:prstDash val="solid"/>
            <a:round/>
            <a:headEnd len="sm" w="sm" type="none"/>
            <a:tailEnd len="sm" w="sm" type="none"/>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88" name="Shape 188"/>
        <p:cNvGrpSpPr/>
        <p:nvPr/>
      </p:nvGrpSpPr>
      <p:grpSpPr>
        <a:xfrm>
          <a:off x="0" y="0"/>
          <a:ext cx="0" cy="0"/>
          <a:chOff x="0" y="0"/>
          <a:chExt cx="0" cy="0"/>
        </a:xfrm>
      </p:grpSpPr>
      <p:sp>
        <p:nvSpPr>
          <p:cNvPr id="189" name="Google Shape;189;p2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0" name="Google Shape;190;p2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191" name="Google Shape;191;p2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2" name="Google Shape;192;p28"/>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193" name="Google Shape;193;p2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194" name="Google Shape;194;p2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195" name="Google Shape;195;p28"/>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196" name="Google Shape;196;p28"/>
          <p:cNvSpPr txBox="1"/>
          <p:nvPr>
            <p:ph type="title"/>
          </p:nvPr>
        </p:nvSpPr>
        <p:spPr>
          <a:xfrm>
            <a:off x="720000" y="1568400"/>
            <a:ext cx="2891400" cy="7005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7" name="Google Shape;197;p28"/>
          <p:cNvSpPr txBox="1"/>
          <p:nvPr>
            <p:ph idx="1" type="subTitle"/>
          </p:nvPr>
        </p:nvSpPr>
        <p:spPr>
          <a:xfrm>
            <a:off x="720000" y="2268888"/>
            <a:ext cx="2891400" cy="1306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98" name="Shape 198"/>
        <p:cNvGrpSpPr/>
        <p:nvPr/>
      </p:nvGrpSpPr>
      <p:grpSpPr>
        <a:xfrm>
          <a:off x="0" y="0"/>
          <a:ext cx="0" cy="0"/>
          <a:chOff x="0" y="0"/>
          <a:chExt cx="0" cy="0"/>
        </a:xfrm>
      </p:grpSpPr>
      <p:sp>
        <p:nvSpPr>
          <p:cNvPr id="199" name="Google Shape;199;p2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0" name="Google Shape;200;p2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201" name="Google Shape;201;p2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2" name="Google Shape;202;p29"/>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203" name="Google Shape;203;p2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204" name="Google Shape;204;p29"/>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205" name="Google Shape;205;p29"/>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206" name="Google Shape;206;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7" name="Google Shape;207;p29"/>
          <p:cNvSpPr txBox="1"/>
          <p:nvPr>
            <p:ph idx="1" type="subTitle"/>
          </p:nvPr>
        </p:nvSpPr>
        <p:spPr>
          <a:xfrm>
            <a:off x="937625"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08" name="Google Shape;208;p29"/>
          <p:cNvSpPr txBox="1"/>
          <p:nvPr>
            <p:ph idx="2" type="subTitle"/>
          </p:nvPr>
        </p:nvSpPr>
        <p:spPr>
          <a:xfrm>
            <a:off x="3484346"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09" name="Google Shape;209;p29"/>
          <p:cNvSpPr txBox="1"/>
          <p:nvPr>
            <p:ph idx="3" type="subTitle"/>
          </p:nvPr>
        </p:nvSpPr>
        <p:spPr>
          <a:xfrm>
            <a:off x="6031074"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10" name="Google Shape;210;p29"/>
          <p:cNvSpPr txBox="1"/>
          <p:nvPr>
            <p:ph idx="4" type="subTitle"/>
          </p:nvPr>
        </p:nvSpPr>
        <p:spPr>
          <a:xfrm>
            <a:off x="937625"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211" name="Google Shape;211;p29"/>
          <p:cNvSpPr txBox="1"/>
          <p:nvPr>
            <p:ph idx="5" type="subTitle"/>
          </p:nvPr>
        </p:nvSpPr>
        <p:spPr>
          <a:xfrm>
            <a:off x="3484347"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212" name="Google Shape;212;p29"/>
          <p:cNvSpPr txBox="1"/>
          <p:nvPr>
            <p:ph idx="6" type="subTitle"/>
          </p:nvPr>
        </p:nvSpPr>
        <p:spPr>
          <a:xfrm>
            <a:off x="6031075"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213" name="Shape 213"/>
        <p:cNvGrpSpPr/>
        <p:nvPr/>
      </p:nvGrpSpPr>
      <p:grpSpPr>
        <a:xfrm>
          <a:off x="0" y="0"/>
          <a:ext cx="0" cy="0"/>
          <a:chOff x="0" y="0"/>
          <a:chExt cx="0" cy="0"/>
        </a:xfrm>
      </p:grpSpPr>
      <p:sp>
        <p:nvSpPr>
          <p:cNvPr id="214" name="Google Shape;214;p3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5" name="Google Shape;215;p3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216" name="Google Shape;216;p3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7" name="Google Shape;217;p3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218" name="Google Shape;218;p3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219" name="Google Shape;219;p3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220" name="Google Shape;220;p30"/>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221" name="Google Shape;221;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2" name="Google Shape;222;p30"/>
          <p:cNvSpPr txBox="1"/>
          <p:nvPr>
            <p:ph idx="1" type="subTitle"/>
          </p:nvPr>
        </p:nvSpPr>
        <p:spPr>
          <a:xfrm>
            <a:off x="720025" y="1610942"/>
            <a:ext cx="7704000" cy="530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223" name="Google Shape;223;p30"/>
          <p:cNvSpPr txBox="1"/>
          <p:nvPr>
            <p:ph idx="2" type="subTitle"/>
          </p:nvPr>
        </p:nvSpPr>
        <p:spPr>
          <a:xfrm>
            <a:off x="720025" y="2731125"/>
            <a:ext cx="77040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224" name="Google Shape;224;p30"/>
          <p:cNvSpPr txBox="1"/>
          <p:nvPr>
            <p:ph idx="3" type="subTitle"/>
          </p:nvPr>
        </p:nvSpPr>
        <p:spPr>
          <a:xfrm>
            <a:off x="720025" y="3851625"/>
            <a:ext cx="77040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225" name="Google Shape;225;p30"/>
          <p:cNvSpPr txBox="1"/>
          <p:nvPr>
            <p:ph idx="4" type="subTitle"/>
          </p:nvPr>
        </p:nvSpPr>
        <p:spPr>
          <a:xfrm>
            <a:off x="720025" y="1241274"/>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226" name="Google Shape;226;p30"/>
          <p:cNvSpPr txBox="1"/>
          <p:nvPr>
            <p:ph idx="5" type="subTitle"/>
          </p:nvPr>
        </p:nvSpPr>
        <p:spPr>
          <a:xfrm>
            <a:off x="720025" y="2350125"/>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227" name="Google Shape;227;p30"/>
          <p:cNvSpPr txBox="1"/>
          <p:nvPr>
            <p:ph idx="6" type="subTitle"/>
          </p:nvPr>
        </p:nvSpPr>
        <p:spPr>
          <a:xfrm>
            <a:off x="720025" y="3470625"/>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228" name="Shape 228"/>
        <p:cNvGrpSpPr/>
        <p:nvPr/>
      </p:nvGrpSpPr>
      <p:grpSpPr>
        <a:xfrm>
          <a:off x="0" y="0"/>
          <a:ext cx="0" cy="0"/>
          <a:chOff x="0" y="0"/>
          <a:chExt cx="0" cy="0"/>
        </a:xfrm>
      </p:grpSpPr>
      <p:sp>
        <p:nvSpPr>
          <p:cNvPr id="229" name="Google Shape;229;p3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0" name="Google Shape;230;p3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231" name="Google Shape;231;p3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2" name="Google Shape;232;p31"/>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233" name="Google Shape;233;p3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234" name="Google Shape;234;p31"/>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235" name="Google Shape;235;p31"/>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236" name="Google Shape;236;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7" name="Google Shape;237;p31"/>
          <p:cNvSpPr txBox="1"/>
          <p:nvPr>
            <p:ph idx="1" type="subTitle"/>
          </p:nvPr>
        </p:nvSpPr>
        <p:spPr>
          <a:xfrm>
            <a:off x="1381625" y="1718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238" name="Google Shape;238;p31"/>
          <p:cNvSpPr txBox="1"/>
          <p:nvPr>
            <p:ph idx="2" type="subTitle"/>
          </p:nvPr>
        </p:nvSpPr>
        <p:spPr>
          <a:xfrm>
            <a:off x="1381635" y="2861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239" name="Google Shape;239;p31"/>
          <p:cNvSpPr txBox="1"/>
          <p:nvPr>
            <p:ph idx="3" type="subTitle"/>
          </p:nvPr>
        </p:nvSpPr>
        <p:spPr>
          <a:xfrm>
            <a:off x="1381635" y="4004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240" name="Google Shape;240;p31"/>
          <p:cNvSpPr txBox="1"/>
          <p:nvPr>
            <p:ph idx="4" type="subTitle"/>
          </p:nvPr>
        </p:nvSpPr>
        <p:spPr>
          <a:xfrm>
            <a:off x="1381625" y="140602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241" name="Google Shape;241;p31"/>
          <p:cNvSpPr txBox="1"/>
          <p:nvPr>
            <p:ph idx="5" type="subTitle"/>
          </p:nvPr>
        </p:nvSpPr>
        <p:spPr>
          <a:xfrm>
            <a:off x="1381625" y="252657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242" name="Google Shape;242;p31"/>
          <p:cNvSpPr txBox="1"/>
          <p:nvPr>
            <p:ph idx="6" type="subTitle"/>
          </p:nvPr>
        </p:nvSpPr>
        <p:spPr>
          <a:xfrm>
            <a:off x="1381625" y="364712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43" name="Shape 243"/>
        <p:cNvGrpSpPr/>
        <p:nvPr/>
      </p:nvGrpSpPr>
      <p:grpSpPr>
        <a:xfrm>
          <a:off x="0" y="0"/>
          <a:ext cx="0" cy="0"/>
          <a:chOff x="0" y="0"/>
          <a:chExt cx="0" cy="0"/>
        </a:xfrm>
      </p:grpSpPr>
      <p:sp>
        <p:nvSpPr>
          <p:cNvPr id="244" name="Google Shape;244;p3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5" name="Google Shape;245;p3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246" name="Google Shape;246;p3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7" name="Google Shape;247;p32"/>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248" name="Google Shape;248;p3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249" name="Google Shape;249;p32"/>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250" name="Google Shape;250;p32"/>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251" name="Google Shape;251;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2" name="Google Shape;252;p32"/>
          <p:cNvSpPr txBox="1"/>
          <p:nvPr>
            <p:ph idx="1" type="subTitle"/>
          </p:nvPr>
        </p:nvSpPr>
        <p:spPr>
          <a:xfrm>
            <a:off x="1545775" y="1975263"/>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53" name="Google Shape;253;p32"/>
          <p:cNvSpPr txBox="1"/>
          <p:nvPr>
            <p:ph idx="2" type="subTitle"/>
          </p:nvPr>
        </p:nvSpPr>
        <p:spPr>
          <a:xfrm>
            <a:off x="5041325" y="1975263"/>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54" name="Google Shape;254;p32"/>
          <p:cNvSpPr txBox="1"/>
          <p:nvPr>
            <p:ph idx="3" type="subTitle"/>
          </p:nvPr>
        </p:nvSpPr>
        <p:spPr>
          <a:xfrm>
            <a:off x="1545775" y="3691500"/>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55" name="Google Shape;255;p32"/>
          <p:cNvSpPr txBox="1"/>
          <p:nvPr>
            <p:ph idx="4" type="subTitle"/>
          </p:nvPr>
        </p:nvSpPr>
        <p:spPr>
          <a:xfrm>
            <a:off x="5041325" y="3691500"/>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56" name="Google Shape;256;p32"/>
          <p:cNvSpPr txBox="1"/>
          <p:nvPr>
            <p:ph idx="5" type="subTitle"/>
          </p:nvPr>
        </p:nvSpPr>
        <p:spPr>
          <a:xfrm>
            <a:off x="1545775" y="1670463"/>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257" name="Google Shape;257;p32"/>
          <p:cNvSpPr txBox="1"/>
          <p:nvPr>
            <p:ph idx="6" type="subTitle"/>
          </p:nvPr>
        </p:nvSpPr>
        <p:spPr>
          <a:xfrm>
            <a:off x="5041325" y="1670463"/>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258" name="Google Shape;258;p32"/>
          <p:cNvSpPr txBox="1"/>
          <p:nvPr>
            <p:ph idx="7" type="subTitle"/>
          </p:nvPr>
        </p:nvSpPr>
        <p:spPr>
          <a:xfrm>
            <a:off x="1545775" y="3386700"/>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259" name="Google Shape;259;p32"/>
          <p:cNvSpPr txBox="1"/>
          <p:nvPr>
            <p:ph idx="8" type="subTitle"/>
          </p:nvPr>
        </p:nvSpPr>
        <p:spPr>
          <a:xfrm>
            <a:off x="5041325" y="3386700"/>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260" name="Shape 260"/>
        <p:cNvGrpSpPr/>
        <p:nvPr/>
      </p:nvGrpSpPr>
      <p:grpSpPr>
        <a:xfrm>
          <a:off x="0" y="0"/>
          <a:ext cx="0" cy="0"/>
          <a:chOff x="0" y="0"/>
          <a:chExt cx="0" cy="0"/>
        </a:xfrm>
      </p:grpSpPr>
      <p:sp>
        <p:nvSpPr>
          <p:cNvPr id="261" name="Google Shape;261;p3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2" name="Google Shape;262;p3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263" name="Google Shape;263;p3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4" name="Google Shape;264;p33"/>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265" name="Google Shape;265;p3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266" name="Google Shape;266;p3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267" name="Google Shape;267;p33"/>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268" name="Google Shape;268;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9" name="Google Shape;269;p33"/>
          <p:cNvSpPr txBox="1"/>
          <p:nvPr>
            <p:ph idx="1" type="subTitle"/>
          </p:nvPr>
        </p:nvSpPr>
        <p:spPr>
          <a:xfrm>
            <a:off x="903950" y="2149201"/>
            <a:ext cx="2191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70" name="Google Shape;270;p33"/>
          <p:cNvSpPr txBox="1"/>
          <p:nvPr>
            <p:ph idx="2" type="subTitle"/>
          </p:nvPr>
        </p:nvSpPr>
        <p:spPr>
          <a:xfrm>
            <a:off x="3478550" y="2149201"/>
            <a:ext cx="21825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71" name="Google Shape;271;p33"/>
          <p:cNvSpPr txBox="1"/>
          <p:nvPr>
            <p:ph idx="3" type="subTitle"/>
          </p:nvPr>
        </p:nvSpPr>
        <p:spPr>
          <a:xfrm>
            <a:off x="903950" y="3579425"/>
            <a:ext cx="2191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72" name="Google Shape;272;p33"/>
          <p:cNvSpPr txBox="1"/>
          <p:nvPr>
            <p:ph idx="4" type="subTitle"/>
          </p:nvPr>
        </p:nvSpPr>
        <p:spPr>
          <a:xfrm>
            <a:off x="3478550" y="3579425"/>
            <a:ext cx="21825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73" name="Google Shape;273;p33"/>
          <p:cNvSpPr txBox="1"/>
          <p:nvPr>
            <p:ph idx="5" type="subTitle"/>
          </p:nvPr>
        </p:nvSpPr>
        <p:spPr>
          <a:xfrm>
            <a:off x="6048850" y="2149201"/>
            <a:ext cx="2199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74" name="Google Shape;274;p33"/>
          <p:cNvSpPr txBox="1"/>
          <p:nvPr>
            <p:ph idx="6" type="subTitle"/>
          </p:nvPr>
        </p:nvSpPr>
        <p:spPr>
          <a:xfrm>
            <a:off x="6048850" y="3579425"/>
            <a:ext cx="2199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75" name="Google Shape;275;p33"/>
          <p:cNvSpPr txBox="1"/>
          <p:nvPr>
            <p:ph idx="7" type="subTitle"/>
          </p:nvPr>
        </p:nvSpPr>
        <p:spPr>
          <a:xfrm>
            <a:off x="908250" y="1656600"/>
            <a:ext cx="21825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76" name="Google Shape;276;p33"/>
          <p:cNvSpPr txBox="1"/>
          <p:nvPr>
            <p:ph idx="8" type="subTitle"/>
          </p:nvPr>
        </p:nvSpPr>
        <p:spPr>
          <a:xfrm>
            <a:off x="3482836" y="1656600"/>
            <a:ext cx="21738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77" name="Google Shape;277;p33"/>
          <p:cNvSpPr txBox="1"/>
          <p:nvPr>
            <p:ph idx="9" type="subTitle"/>
          </p:nvPr>
        </p:nvSpPr>
        <p:spPr>
          <a:xfrm>
            <a:off x="6053173" y="1656600"/>
            <a:ext cx="21912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78" name="Google Shape;278;p33"/>
          <p:cNvSpPr txBox="1"/>
          <p:nvPr>
            <p:ph idx="13" type="subTitle"/>
          </p:nvPr>
        </p:nvSpPr>
        <p:spPr>
          <a:xfrm>
            <a:off x="908250" y="3086800"/>
            <a:ext cx="21825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79" name="Google Shape;279;p33"/>
          <p:cNvSpPr txBox="1"/>
          <p:nvPr>
            <p:ph idx="14" type="subTitle"/>
          </p:nvPr>
        </p:nvSpPr>
        <p:spPr>
          <a:xfrm>
            <a:off x="3482836" y="3086800"/>
            <a:ext cx="21738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0" name="Google Shape;280;p33"/>
          <p:cNvSpPr txBox="1"/>
          <p:nvPr>
            <p:ph idx="15" type="subTitle"/>
          </p:nvPr>
        </p:nvSpPr>
        <p:spPr>
          <a:xfrm>
            <a:off x="6053173" y="3086800"/>
            <a:ext cx="21912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spTree>
      <p:nvGrpSpPr>
        <p:cNvPr id="281" name="Shape 281"/>
        <p:cNvGrpSpPr/>
        <p:nvPr/>
      </p:nvGrpSpPr>
      <p:grpSpPr>
        <a:xfrm>
          <a:off x="0" y="0"/>
          <a:ext cx="0" cy="0"/>
          <a:chOff x="0" y="0"/>
          <a:chExt cx="0" cy="0"/>
        </a:xfrm>
      </p:grpSpPr>
      <p:sp>
        <p:nvSpPr>
          <p:cNvPr id="282" name="Google Shape;282;p3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3" name="Google Shape;283;p3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284" name="Google Shape;284;p3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5" name="Google Shape;285;p34"/>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286" name="Google Shape;286;p3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287" name="Google Shape;287;p34"/>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288" name="Google Shape;288;p34"/>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289" name="Google Shape;289;p34"/>
          <p:cNvSpPr txBox="1"/>
          <p:nvPr>
            <p:ph hasCustomPrompt="1" type="title"/>
          </p:nvPr>
        </p:nvSpPr>
        <p:spPr>
          <a:xfrm>
            <a:off x="2223600" y="552112"/>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90" name="Google Shape;290;p34"/>
          <p:cNvSpPr txBox="1"/>
          <p:nvPr>
            <p:ph idx="1" type="subTitle"/>
          </p:nvPr>
        </p:nvSpPr>
        <p:spPr>
          <a:xfrm>
            <a:off x="2223600" y="1364275"/>
            <a:ext cx="4696800" cy="428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91" name="Google Shape;291;p34"/>
          <p:cNvSpPr txBox="1"/>
          <p:nvPr>
            <p:ph hasCustomPrompt="1" idx="2" type="title"/>
          </p:nvPr>
        </p:nvSpPr>
        <p:spPr>
          <a:xfrm>
            <a:off x="2223600" y="1904368"/>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solidFill>
                  <a:schemeClr val="dk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92" name="Google Shape;292;p34"/>
          <p:cNvSpPr txBox="1"/>
          <p:nvPr>
            <p:ph idx="3" type="subTitle"/>
          </p:nvPr>
        </p:nvSpPr>
        <p:spPr>
          <a:xfrm>
            <a:off x="2223600" y="2716527"/>
            <a:ext cx="4696800" cy="446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93" name="Google Shape;293;p34"/>
          <p:cNvSpPr txBox="1"/>
          <p:nvPr>
            <p:ph hasCustomPrompt="1" idx="4" type="title"/>
          </p:nvPr>
        </p:nvSpPr>
        <p:spPr>
          <a:xfrm>
            <a:off x="2223600" y="3256624"/>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94" name="Google Shape;294;p34"/>
          <p:cNvSpPr txBox="1"/>
          <p:nvPr>
            <p:ph idx="5" type="subTitle"/>
          </p:nvPr>
        </p:nvSpPr>
        <p:spPr>
          <a:xfrm>
            <a:off x="2223600" y="4068797"/>
            <a:ext cx="4696800" cy="446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95" name="Shape 295"/>
        <p:cNvGrpSpPr/>
        <p:nvPr/>
      </p:nvGrpSpPr>
      <p:grpSpPr>
        <a:xfrm>
          <a:off x="0" y="0"/>
          <a:ext cx="0" cy="0"/>
          <a:chOff x="0" y="0"/>
          <a:chExt cx="0" cy="0"/>
        </a:xfrm>
      </p:grpSpPr>
      <p:sp>
        <p:nvSpPr>
          <p:cNvPr id="296" name="Google Shape;296;p3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5"/>
          <p:cNvSpPr txBox="1"/>
          <p:nvPr>
            <p:ph type="title"/>
          </p:nvPr>
        </p:nvSpPr>
        <p:spPr>
          <a:xfrm>
            <a:off x="2347938" y="540000"/>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7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8" name="Google Shape;298;p35"/>
          <p:cNvSpPr txBox="1"/>
          <p:nvPr>
            <p:ph idx="1" type="subTitle"/>
          </p:nvPr>
        </p:nvSpPr>
        <p:spPr>
          <a:xfrm>
            <a:off x="2347900" y="1717825"/>
            <a:ext cx="4448100" cy="12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99" name="Google Shape;299;p35"/>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300"/>
              </a:spcBef>
              <a:spcAft>
                <a:spcPts val="0"/>
              </a:spcAft>
              <a:buNone/>
            </a:pPr>
            <a:r>
              <a:rPr lang="en" sz="1200">
                <a:solidFill>
                  <a:schemeClr val="dk1"/>
                </a:solidFill>
                <a:latin typeface="Mulish"/>
                <a:ea typeface="Mulish"/>
                <a:cs typeface="Mulish"/>
                <a:sym typeface="Mulish"/>
              </a:rPr>
              <a:t>CREDITS: This presentation template was created by </a:t>
            </a:r>
            <a:r>
              <a:rPr b="1" lang="en" sz="1200" u="sng">
                <a:solidFill>
                  <a:schemeClr val="dk1"/>
                </a:solidFill>
                <a:latin typeface="Mulish"/>
                <a:ea typeface="Mulish"/>
                <a:cs typeface="Mulish"/>
                <a:sym typeface="Mulish"/>
                <a:hlinkClick r:id="rId2">
                  <a:extLst>
                    <a:ext uri="{A12FA001-AC4F-418D-AE19-62706E023703}">
                      <ahyp:hlinkClr val="tx"/>
                    </a:ext>
                  </a:extLst>
                </a:hlinkClick>
              </a:rPr>
              <a:t>Slidesgo</a:t>
            </a:r>
            <a:r>
              <a:rPr b="1" lang="en" sz="1200">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includes icons by</a:t>
            </a:r>
            <a:r>
              <a:rPr b="1" lang="en" sz="1200">
                <a:solidFill>
                  <a:schemeClr val="dk1"/>
                </a:solidFill>
                <a:latin typeface="Mulish"/>
                <a:ea typeface="Mulish"/>
                <a:cs typeface="Mulish"/>
                <a:sym typeface="Mulish"/>
              </a:rPr>
              <a:t> </a:t>
            </a:r>
            <a:r>
              <a:rPr b="1" lang="en" sz="1200" u="sng">
                <a:solidFill>
                  <a:schemeClr val="dk1"/>
                </a:solidFill>
                <a:latin typeface="Mulish"/>
                <a:ea typeface="Mulish"/>
                <a:cs typeface="Mulish"/>
                <a:sym typeface="Mulish"/>
                <a:hlinkClick r:id="rId3">
                  <a:extLst>
                    <a:ext uri="{A12FA001-AC4F-418D-AE19-62706E023703}">
                      <ahyp:hlinkClr val="tx"/>
                    </a:ext>
                  </a:extLst>
                </a:hlinkClick>
              </a:rPr>
              <a:t>Flaticon</a:t>
            </a:r>
            <a:r>
              <a:rPr b="1" lang="en" sz="1200">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infographics &amp; images by </a:t>
            </a:r>
            <a:r>
              <a:rPr b="1" lang="en" sz="1200" u="sng">
                <a:solidFill>
                  <a:schemeClr val="dk1"/>
                </a:solidFill>
                <a:latin typeface="Mulish"/>
                <a:ea typeface="Mulish"/>
                <a:cs typeface="Mulish"/>
                <a:sym typeface="Mulish"/>
                <a:hlinkClick r:id="rId4">
                  <a:extLst>
                    <a:ext uri="{A12FA001-AC4F-418D-AE19-62706E023703}">
                      <ahyp:hlinkClr val="tx"/>
                    </a:ext>
                  </a:extLst>
                </a:hlinkClick>
              </a:rPr>
              <a:t>Freepik</a:t>
            </a:r>
            <a:r>
              <a:rPr b="1" lang="en" sz="1200" u="sng">
                <a:solidFill>
                  <a:schemeClr val="dk1"/>
                </a:solidFill>
                <a:latin typeface="Mulish"/>
                <a:ea typeface="Mulish"/>
                <a:cs typeface="Mulish"/>
                <a:sym typeface="Mulish"/>
              </a:rPr>
              <a:t> </a:t>
            </a:r>
            <a:endParaRPr b="1" sz="1200" u="sng">
              <a:solidFill>
                <a:schemeClr val="dk1"/>
              </a:solidFill>
              <a:latin typeface="Mulish"/>
              <a:ea typeface="Mulish"/>
              <a:cs typeface="Mulish"/>
              <a:sym typeface="Mulish"/>
            </a:endParaRPr>
          </a:p>
        </p:txBody>
      </p:sp>
      <p:cxnSp>
        <p:nvCxnSpPr>
          <p:cNvPr id="300" name="Google Shape;300;p3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01" name="Google Shape;301;p3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2" name="Google Shape;302;p3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03" name="Google Shape;303;p35"/>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304" name="Shape 304"/>
        <p:cNvGrpSpPr/>
        <p:nvPr/>
      </p:nvGrpSpPr>
      <p:grpSpPr>
        <a:xfrm>
          <a:off x="0" y="0"/>
          <a:ext cx="0" cy="0"/>
          <a:chOff x="0" y="0"/>
          <a:chExt cx="0" cy="0"/>
        </a:xfrm>
      </p:grpSpPr>
      <p:sp>
        <p:nvSpPr>
          <p:cNvPr id="305" name="Google Shape;305;p3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307" name="Google Shape;307;p3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08" name="Google Shape;308;p3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9" name="Google Shape;309;p3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10" name="Google Shape;310;p3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311" name="Google Shape;311;p36"/>
          <p:cNvSpPr txBox="1"/>
          <p:nvPr>
            <p:ph idx="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lt1"/>
                </a:solidFill>
              </a:defRPr>
            </a:lvl1pPr>
            <a:lvl2pPr lvl="1" algn="ctr">
              <a:buNone/>
              <a:defRPr>
                <a:solidFill>
                  <a:schemeClr val="lt1"/>
                </a:solidFill>
              </a:defRPr>
            </a:lvl2pPr>
            <a:lvl3pPr lvl="2" algn="ctr">
              <a:buNone/>
              <a:defRPr>
                <a:solidFill>
                  <a:schemeClr val="lt1"/>
                </a:solidFill>
              </a:defRPr>
            </a:lvl3pPr>
            <a:lvl4pPr lvl="3" algn="ctr">
              <a:buNone/>
              <a:defRPr>
                <a:solidFill>
                  <a:schemeClr val="lt1"/>
                </a:solidFill>
              </a:defRPr>
            </a:lvl4pPr>
            <a:lvl5pPr lvl="4" algn="ctr">
              <a:buNone/>
              <a:defRPr>
                <a:solidFill>
                  <a:schemeClr val="lt1"/>
                </a:solidFill>
              </a:defRPr>
            </a:lvl5pPr>
            <a:lvl6pPr lvl="5" algn="ctr">
              <a:buNone/>
              <a:defRPr>
                <a:solidFill>
                  <a:schemeClr val="lt1"/>
                </a:solidFill>
              </a:defRPr>
            </a:lvl6pPr>
            <a:lvl7pPr lvl="6" algn="ctr">
              <a:buNone/>
              <a:defRPr>
                <a:solidFill>
                  <a:schemeClr val="lt1"/>
                </a:solidFill>
              </a:defRPr>
            </a:lvl7pPr>
            <a:lvl8pPr lvl="7" algn="ctr">
              <a:buNone/>
              <a:defRPr>
                <a:solidFill>
                  <a:schemeClr val="lt1"/>
                </a:solidFill>
              </a:defRPr>
            </a:lvl8pPr>
            <a:lvl9pPr lvl="8" algn="ctr">
              <a:buNone/>
              <a:defRPr>
                <a:solidFill>
                  <a:schemeClr val="lt1"/>
                </a:solidFill>
              </a:defRPr>
            </a:lvl9pPr>
          </a:lstStyle>
          <a:p>
            <a:pPr indent="0" lvl="0" marL="0" rtl="0" algn="ctr">
              <a:spcBef>
                <a:spcPts val="0"/>
              </a:spcBef>
              <a:spcAft>
                <a:spcPts val="0"/>
              </a:spcAft>
              <a:buNone/>
            </a:pPr>
            <a:fld id="{00000000-1234-1234-1234-123412341234}" type="slidenum">
              <a:rPr lang="en"/>
              <a:t>‹#›</a:t>
            </a:fld>
            <a:endParaRPr/>
          </a:p>
        </p:txBody>
      </p:sp>
      <p:cxnSp>
        <p:nvCxnSpPr>
          <p:cNvPr id="312" name="Google Shape;312;p36"/>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
    <p:spTree>
      <p:nvGrpSpPr>
        <p:cNvPr id="313" name="Shape 313"/>
        <p:cNvGrpSpPr/>
        <p:nvPr/>
      </p:nvGrpSpPr>
      <p:grpSpPr>
        <a:xfrm>
          <a:off x="0" y="0"/>
          <a:ext cx="0" cy="0"/>
          <a:chOff x="0" y="0"/>
          <a:chExt cx="0" cy="0"/>
        </a:xfrm>
      </p:grpSpPr>
      <p:sp>
        <p:nvSpPr>
          <p:cNvPr id="314" name="Google Shape;314;p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15" name="Google Shape;315;p3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6" name="Google Shape;316;p3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17" name="Google Shape;317;p3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8" name="Google Shape;318;p3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19" name="Google Shape;319;p37"/>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324" name="Shape 324"/>
        <p:cNvGrpSpPr/>
        <p:nvPr/>
      </p:nvGrpSpPr>
      <p:grpSpPr>
        <a:xfrm>
          <a:off x="0" y="0"/>
          <a:ext cx="0" cy="0"/>
          <a:chOff x="0" y="0"/>
          <a:chExt cx="0" cy="0"/>
        </a:xfrm>
      </p:grpSpPr>
      <p:sp>
        <p:nvSpPr>
          <p:cNvPr id="325" name="Google Shape;325;p3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9"/>
          <p:cNvSpPr txBox="1"/>
          <p:nvPr>
            <p:ph type="ctrTitle"/>
          </p:nvPr>
        </p:nvSpPr>
        <p:spPr>
          <a:xfrm>
            <a:off x="1609200" y="1424875"/>
            <a:ext cx="5925600" cy="2079300"/>
          </a:xfrm>
          <a:prstGeom prst="rect">
            <a:avLst/>
          </a:prstGeom>
          <a:noFill/>
        </p:spPr>
        <p:txBody>
          <a:bodyPr anchorCtr="0" anchor="ctr" bIns="91425" lIns="91425" spcFirstLastPara="1" rIns="91425" wrap="square" tIns="91425">
            <a:noAutofit/>
          </a:bodyPr>
          <a:lstStyle>
            <a:lvl1pPr lvl="0" algn="ctr">
              <a:lnSpc>
                <a:spcPct val="115000"/>
              </a:lnSpc>
              <a:spcBef>
                <a:spcPts val="0"/>
              </a:spcBef>
              <a:spcAft>
                <a:spcPts val="0"/>
              </a:spcAft>
              <a:buSzPts val="5200"/>
              <a:buNone/>
              <a:defRPr b="0" sz="7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27" name="Google Shape;327;p39"/>
          <p:cNvSpPr txBox="1"/>
          <p:nvPr>
            <p:ph idx="1" type="subTitle"/>
          </p:nvPr>
        </p:nvSpPr>
        <p:spPr>
          <a:xfrm>
            <a:off x="1609200" y="3573775"/>
            <a:ext cx="5942700" cy="475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328" name="Shape 328"/>
        <p:cNvGrpSpPr/>
        <p:nvPr/>
      </p:nvGrpSpPr>
      <p:grpSpPr>
        <a:xfrm>
          <a:off x="0" y="0"/>
          <a:ext cx="0" cy="0"/>
          <a:chOff x="0" y="0"/>
          <a:chExt cx="0" cy="0"/>
        </a:xfrm>
      </p:grpSpPr>
      <p:sp>
        <p:nvSpPr>
          <p:cNvPr id="329" name="Google Shape;329;p4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40"/>
          <p:cNvSpPr txBox="1"/>
          <p:nvPr>
            <p:ph type="title"/>
          </p:nvPr>
        </p:nvSpPr>
        <p:spPr>
          <a:xfrm>
            <a:off x="3579950" y="1854500"/>
            <a:ext cx="36048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31" name="Google Shape;331;p40"/>
          <p:cNvSpPr txBox="1"/>
          <p:nvPr>
            <p:ph hasCustomPrompt="1" idx="2" type="title"/>
          </p:nvPr>
        </p:nvSpPr>
        <p:spPr>
          <a:xfrm>
            <a:off x="1959250" y="1854500"/>
            <a:ext cx="11898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solidFill>
                  <a:schemeClr val="dk2"/>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332" name="Google Shape;332;p40"/>
          <p:cNvSpPr txBox="1"/>
          <p:nvPr>
            <p:ph idx="1" type="subTitle"/>
          </p:nvPr>
        </p:nvSpPr>
        <p:spPr>
          <a:xfrm>
            <a:off x="1959250" y="2939075"/>
            <a:ext cx="5225400" cy="4467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a:lvl1pPr>
            <a:lvl2pPr lvl="1" algn="ctr">
              <a:lnSpc>
                <a:spcPct val="100000"/>
              </a:lnSpc>
              <a:spcBef>
                <a:spcPts val="1600"/>
              </a:spcBef>
              <a:spcAft>
                <a:spcPts val="0"/>
              </a:spcAft>
              <a:buClr>
                <a:schemeClr val="dk1"/>
              </a:buClr>
              <a:buSzPts val="1400"/>
              <a:buNone/>
              <a:defRPr>
                <a:solidFill>
                  <a:schemeClr val="dk1"/>
                </a:solidFill>
              </a:defRPr>
            </a:lvl2pPr>
            <a:lvl3pPr lvl="2" algn="ctr">
              <a:lnSpc>
                <a:spcPct val="100000"/>
              </a:lnSpc>
              <a:spcBef>
                <a:spcPts val="1600"/>
              </a:spcBef>
              <a:spcAft>
                <a:spcPts val="0"/>
              </a:spcAft>
              <a:buClr>
                <a:schemeClr val="dk1"/>
              </a:buClr>
              <a:buSzPts val="1400"/>
              <a:buNone/>
              <a:defRPr>
                <a:solidFill>
                  <a:schemeClr val="dk1"/>
                </a:solidFill>
              </a:defRPr>
            </a:lvl3pPr>
            <a:lvl4pPr lvl="3" algn="ctr">
              <a:lnSpc>
                <a:spcPct val="100000"/>
              </a:lnSpc>
              <a:spcBef>
                <a:spcPts val="1600"/>
              </a:spcBef>
              <a:spcAft>
                <a:spcPts val="0"/>
              </a:spcAft>
              <a:buClr>
                <a:schemeClr val="dk1"/>
              </a:buClr>
              <a:buSzPts val="1400"/>
              <a:buNone/>
              <a:defRPr>
                <a:solidFill>
                  <a:schemeClr val="dk1"/>
                </a:solidFill>
              </a:defRPr>
            </a:lvl4pPr>
            <a:lvl5pPr lvl="4" algn="ctr">
              <a:lnSpc>
                <a:spcPct val="100000"/>
              </a:lnSpc>
              <a:spcBef>
                <a:spcPts val="1600"/>
              </a:spcBef>
              <a:spcAft>
                <a:spcPts val="0"/>
              </a:spcAft>
              <a:buClr>
                <a:schemeClr val="dk1"/>
              </a:buClr>
              <a:buSzPts val="1400"/>
              <a:buNone/>
              <a:defRPr>
                <a:solidFill>
                  <a:schemeClr val="dk1"/>
                </a:solidFill>
              </a:defRPr>
            </a:lvl5pPr>
            <a:lvl6pPr lvl="5" algn="ctr">
              <a:lnSpc>
                <a:spcPct val="100000"/>
              </a:lnSpc>
              <a:spcBef>
                <a:spcPts val="1600"/>
              </a:spcBef>
              <a:spcAft>
                <a:spcPts val="0"/>
              </a:spcAft>
              <a:buClr>
                <a:schemeClr val="dk1"/>
              </a:buClr>
              <a:buSzPts val="1400"/>
              <a:buNone/>
              <a:defRPr>
                <a:solidFill>
                  <a:schemeClr val="dk1"/>
                </a:solidFill>
              </a:defRPr>
            </a:lvl6pPr>
            <a:lvl7pPr lvl="6" algn="ctr">
              <a:lnSpc>
                <a:spcPct val="100000"/>
              </a:lnSpc>
              <a:spcBef>
                <a:spcPts val="1600"/>
              </a:spcBef>
              <a:spcAft>
                <a:spcPts val="0"/>
              </a:spcAft>
              <a:buClr>
                <a:schemeClr val="dk1"/>
              </a:buClr>
              <a:buSzPts val="1400"/>
              <a:buNone/>
              <a:defRPr>
                <a:solidFill>
                  <a:schemeClr val="dk1"/>
                </a:solidFill>
              </a:defRPr>
            </a:lvl7pPr>
            <a:lvl8pPr lvl="7" algn="ctr">
              <a:lnSpc>
                <a:spcPct val="100000"/>
              </a:lnSpc>
              <a:spcBef>
                <a:spcPts val="1600"/>
              </a:spcBef>
              <a:spcAft>
                <a:spcPts val="0"/>
              </a:spcAft>
              <a:buClr>
                <a:schemeClr val="dk1"/>
              </a:buClr>
              <a:buSzPts val="1400"/>
              <a:buNone/>
              <a:defRPr>
                <a:solidFill>
                  <a:schemeClr val="dk1"/>
                </a:solidFill>
              </a:defRPr>
            </a:lvl8pPr>
            <a:lvl9pPr lvl="8" algn="ctr">
              <a:lnSpc>
                <a:spcPct val="100000"/>
              </a:lnSpc>
              <a:spcBef>
                <a:spcPts val="1600"/>
              </a:spcBef>
              <a:spcAft>
                <a:spcPts val="1600"/>
              </a:spcAft>
              <a:buClr>
                <a:schemeClr val="dk1"/>
              </a:buClr>
              <a:buSzPts val="1400"/>
              <a:buNone/>
              <a:defRPr>
                <a:solidFill>
                  <a:schemeClr val="dk1"/>
                </a:solidFill>
              </a:defRPr>
            </a:lvl9pPr>
          </a:lstStyle>
          <a:p/>
        </p:txBody>
      </p:sp>
      <p:cxnSp>
        <p:nvCxnSpPr>
          <p:cNvPr id="333" name="Google Shape;333;p40"/>
          <p:cNvCxnSpPr/>
          <p:nvPr/>
        </p:nvCxnSpPr>
        <p:spPr>
          <a:xfrm rot="10800000">
            <a:off x="8761325" y="2079300"/>
            <a:ext cx="0" cy="984900"/>
          </a:xfrm>
          <a:prstGeom prst="straightConnector1">
            <a:avLst/>
          </a:prstGeom>
          <a:noFill/>
          <a:ln cap="flat" cmpd="sng" w="19050">
            <a:solidFill>
              <a:schemeClr val="lt1"/>
            </a:solidFill>
            <a:prstDash val="solid"/>
            <a:round/>
            <a:headEnd len="med" w="med" type="oval"/>
            <a:tailEnd len="med" w="med" type="oval"/>
          </a:ln>
        </p:spPr>
      </p:cxnSp>
      <p:cxnSp>
        <p:nvCxnSpPr>
          <p:cNvPr id="334" name="Google Shape;334;p4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35" name="Google Shape;335;p4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6" name="Google Shape;336;p4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37" name="Google Shape;337;p4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338" name="Google Shape;338;p4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339" name="Google Shape;339;p40"/>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40" name="Google Shape;340;p40"/>
          <p:cNvCxnSpPr/>
          <p:nvPr/>
        </p:nvCxnSpPr>
        <p:spPr>
          <a:xfrm rot="10800000">
            <a:off x="394350" y="2079300"/>
            <a:ext cx="0" cy="9849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41" name="Shape 341"/>
        <p:cNvGrpSpPr/>
        <p:nvPr/>
      </p:nvGrpSpPr>
      <p:grpSpPr>
        <a:xfrm>
          <a:off x="0" y="0"/>
          <a:ext cx="0" cy="0"/>
          <a:chOff x="0" y="0"/>
          <a:chExt cx="0" cy="0"/>
        </a:xfrm>
      </p:grpSpPr>
      <p:sp>
        <p:nvSpPr>
          <p:cNvPr id="342" name="Google Shape;342;p4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3" name="Google Shape;343;p4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44" name="Google Shape;344;p4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5" name="Google Shape;345;p41"/>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46" name="Google Shape;346;p4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347" name="Google Shape;347;p41"/>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348" name="Google Shape;348;p41"/>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349" name="Google Shape;349;p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50" name="Google Shape;350;p41"/>
          <p:cNvSpPr txBox="1"/>
          <p:nvPr>
            <p:ph idx="1" type="body"/>
          </p:nvPr>
        </p:nvSpPr>
        <p:spPr>
          <a:xfrm>
            <a:off x="720000" y="1215750"/>
            <a:ext cx="7704000" cy="32331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Clr>
                <a:schemeClr val="dk2"/>
              </a:buClr>
              <a:buSzPts val="800"/>
              <a:buFont typeface="Nunito Light"/>
              <a:buChar char="●"/>
              <a:defRPr/>
            </a:lvl1pPr>
            <a:lvl2pPr indent="-304800" lvl="1" marL="914400">
              <a:spcBef>
                <a:spcPts val="0"/>
              </a:spcBef>
              <a:spcAft>
                <a:spcPts val="0"/>
              </a:spcAft>
              <a:buSzPts val="1200"/>
              <a:buFont typeface="Nunito Light"/>
              <a:buChar char="○"/>
              <a:defRPr/>
            </a:lvl2pPr>
            <a:lvl3pPr indent="-304800" lvl="2" marL="1371600">
              <a:lnSpc>
                <a:spcPct val="115000"/>
              </a:lnSpc>
              <a:spcBef>
                <a:spcPts val="0"/>
              </a:spcBef>
              <a:spcAft>
                <a:spcPts val="0"/>
              </a:spcAft>
              <a:buClr>
                <a:srgbClr val="FFC800"/>
              </a:buClr>
              <a:buSzPts val="1200"/>
              <a:buFont typeface="Nunito Light"/>
              <a:buChar char="■"/>
              <a:defRPr/>
            </a:lvl3pPr>
            <a:lvl4pPr indent="-304800" lvl="3" marL="1828800">
              <a:lnSpc>
                <a:spcPct val="115000"/>
              </a:lnSpc>
              <a:spcBef>
                <a:spcPts val="1600"/>
              </a:spcBef>
              <a:spcAft>
                <a:spcPts val="0"/>
              </a:spcAft>
              <a:buClr>
                <a:srgbClr val="FFC800"/>
              </a:buClr>
              <a:buSzPts val="1200"/>
              <a:buFont typeface="Nunito Light"/>
              <a:buChar char="●"/>
              <a:defRPr/>
            </a:lvl4pPr>
            <a:lvl5pPr indent="-304800" lvl="4" marL="2286000">
              <a:lnSpc>
                <a:spcPct val="115000"/>
              </a:lnSpc>
              <a:spcBef>
                <a:spcPts val="1600"/>
              </a:spcBef>
              <a:spcAft>
                <a:spcPts val="0"/>
              </a:spcAft>
              <a:buClr>
                <a:srgbClr val="434343"/>
              </a:buClr>
              <a:buSzPts val="1200"/>
              <a:buFont typeface="Nunito Light"/>
              <a:buChar char="○"/>
              <a:defRPr/>
            </a:lvl5pPr>
            <a:lvl6pPr indent="-304800" lvl="5" marL="2743200">
              <a:lnSpc>
                <a:spcPct val="115000"/>
              </a:lnSpc>
              <a:spcBef>
                <a:spcPts val="1600"/>
              </a:spcBef>
              <a:spcAft>
                <a:spcPts val="0"/>
              </a:spcAft>
              <a:buClr>
                <a:srgbClr val="434343"/>
              </a:buClr>
              <a:buSzPts val="1200"/>
              <a:buFont typeface="Nunito Light"/>
              <a:buChar char="■"/>
              <a:defRPr/>
            </a:lvl6pPr>
            <a:lvl7pPr indent="-304800" lvl="6" marL="3200400">
              <a:lnSpc>
                <a:spcPct val="115000"/>
              </a:lnSpc>
              <a:spcBef>
                <a:spcPts val="1600"/>
              </a:spcBef>
              <a:spcAft>
                <a:spcPts val="0"/>
              </a:spcAft>
              <a:buClr>
                <a:srgbClr val="434343"/>
              </a:buClr>
              <a:buSzPts val="1200"/>
              <a:buFont typeface="Nunito Light"/>
              <a:buChar char="●"/>
              <a:defRPr/>
            </a:lvl7pPr>
            <a:lvl8pPr indent="-304800" lvl="7" marL="3657600">
              <a:lnSpc>
                <a:spcPct val="115000"/>
              </a:lnSpc>
              <a:spcBef>
                <a:spcPts val="1600"/>
              </a:spcBef>
              <a:spcAft>
                <a:spcPts val="0"/>
              </a:spcAft>
              <a:buClr>
                <a:srgbClr val="434343"/>
              </a:buClr>
              <a:buSzPts val="1200"/>
              <a:buFont typeface="Nunito Light"/>
              <a:buChar char="○"/>
              <a:defRPr/>
            </a:lvl8pPr>
            <a:lvl9pPr indent="-304800" lvl="8" marL="4114800">
              <a:lnSpc>
                <a:spcPct val="115000"/>
              </a:lnSpc>
              <a:spcBef>
                <a:spcPts val="1600"/>
              </a:spcBef>
              <a:spcAft>
                <a:spcPts val="1600"/>
              </a:spcAft>
              <a:buClr>
                <a:srgbClr val="434343"/>
              </a:buClr>
              <a:buSzPts val="1200"/>
              <a:buFont typeface="Nunito Light"/>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51" name="Shape 351"/>
        <p:cNvGrpSpPr/>
        <p:nvPr/>
      </p:nvGrpSpPr>
      <p:grpSpPr>
        <a:xfrm>
          <a:off x="0" y="0"/>
          <a:ext cx="0" cy="0"/>
          <a:chOff x="0" y="0"/>
          <a:chExt cx="0" cy="0"/>
        </a:xfrm>
      </p:grpSpPr>
      <p:sp>
        <p:nvSpPr>
          <p:cNvPr id="352" name="Google Shape;352;p4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3" name="Google Shape;353;p4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54" name="Google Shape;354;p4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5" name="Google Shape;355;p42"/>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56" name="Google Shape;356;p4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357" name="Google Shape;357;p42"/>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358" name="Google Shape;358;p42"/>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359" name="Google Shape;359;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0" name="Google Shape;360;p42"/>
          <p:cNvSpPr txBox="1"/>
          <p:nvPr>
            <p:ph idx="1" type="subTitle"/>
          </p:nvPr>
        </p:nvSpPr>
        <p:spPr>
          <a:xfrm>
            <a:off x="4747387" y="1872353"/>
            <a:ext cx="3698100" cy="2736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Char char="●"/>
              <a:defRPr b="0" sz="1400"/>
            </a:lvl1pPr>
            <a:lvl2pPr lvl="1" algn="ctr">
              <a:lnSpc>
                <a:spcPct val="100000"/>
              </a:lnSpc>
              <a:spcBef>
                <a:spcPts val="0"/>
              </a:spcBef>
              <a:spcAft>
                <a:spcPts val="0"/>
              </a:spcAft>
              <a:buSzPts val="2800"/>
              <a:buChar char="○"/>
              <a:defRPr sz="2800"/>
            </a:lvl2pPr>
            <a:lvl3pPr lvl="2" algn="ctr">
              <a:lnSpc>
                <a:spcPct val="100000"/>
              </a:lnSpc>
              <a:spcBef>
                <a:spcPts val="0"/>
              </a:spcBef>
              <a:spcAft>
                <a:spcPts val="0"/>
              </a:spcAft>
              <a:buSzPts val="2800"/>
              <a:buChar char="■"/>
              <a:defRPr sz="2800"/>
            </a:lvl3pPr>
            <a:lvl4pPr lvl="3" algn="ctr">
              <a:lnSpc>
                <a:spcPct val="100000"/>
              </a:lnSpc>
              <a:spcBef>
                <a:spcPts val="0"/>
              </a:spcBef>
              <a:spcAft>
                <a:spcPts val="0"/>
              </a:spcAft>
              <a:buSzPts val="2800"/>
              <a:buChar char="●"/>
              <a:defRPr sz="2800"/>
            </a:lvl4pPr>
            <a:lvl5pPr lvl="4" algn="ctr">
              <a:lnSpc>
                <a:spcPct val="100000"/>
              </a:lnSpc>
              <a:spcBef>
                <a:spcPts val="0"/>
              </a:spcBef>
              <a:spcAft>
                <a:spcPts val="0"/>
              </a:spcAft>
              <a:buSzPts val="2800"/>
              <a:buChar char="○"/>
              <a:defRPr sz="2800"/>
            </a:lvl5pPr>
            <a:lvl6pPr lvl="5" algn="ctr">
              <a:lnSpc>
                <a:spcPct val="100000"/>
              </a:lnSpc>
              <a:spcBef>
                <a:spcPts val="0"/>
              </a:spcBef>
              <a:spcAft>
                <a:spcPts val="0"/>
              </a:spcAft>
              <a:buSzPts val="2800"/>
              <a:buChar char="■"/>
              <a:defRPr sz="2800"/>
            </a:lvl6pPr>
            <a:lvl7pPr lvl="6" algn="ctr">
              <a:lnSpc>
                <a:spcPct val="100000"/>
              </a:lnSpc>
              <a:spcBef>
                <a:spcPts val="0"/>
              </a:spcBef>
              <a:spcAft>
                <a:spcPts val="0"/>
              </a:spcAft>
              <a:buSzPts val="2800"/>
              <a:buChar char="●"/>
              <a:defRPr sz="2800"/>
            </a:lvl7pPr>
            <a:lvl8pPr lvl="7" algn="ctr">
              <a:lnSpc>
                <a:spcPct val="100000"/>
              </a:lnSpc>
              <a:spcBef>
                <a:spcPts val="0"/>
              </a:spcBef>
              <a:spcAft>
                <a:spcPts val="0"/>
              </a:spcAft>
              <a:buSzPts val="2800"/>
              <a:buChar char="○"/>
              <a:defRPr sz="2800"/>
            </a:lvl8pPr>
            <a:lvl9pPr lvl="8" algn="ctr">
              <a:lnSpc>
                <a:spcPct val="100000"/>
              </a:lnSpc>
              <a:spcBef>
                <a:spcPts val="0"/>
              </a:spcBef>
              <a:spcAft>
                <a:spcPts val="0"/>
              </a:spcAft>
              <a:buSzPts val="2800"/>
              <a:buChar char="■"/>
              <a:defRPr sz="2800"/>
            </a:lvl9pPr>
          </a:lstStyle>
          <a:p/>
        </p:txBody>
      </p:sp>
      <p:sp>
        <p:nvSpPr>
          <p:cNvPr id="361" name="Google Shape;361;p42"/>
          <p:cNvSpPr txBox="1"/>
          <p:nvPr>
            <p:ph idx="2" type="subTitle"/>
          </p:nvPr>
        </p:nvSpPr>
        <p:spPr>
          <a:xfrm>
            <a:off x="726675" y="1872353"/>
            <a:ext cx="3698100" cy="2736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Char char="●"/>
              <a:defRPr b="0" sz="1400"/>
            </a:lvl1pPr>
            <a:lvl2pPr lvl="1" algn="ctr">
              <a:lnSpc>
                <a:spcPct val="100000"/>
              </a:lnSpc>
              <a:spcBef>
                <a:spcPts val="1600"/>
              </a:spcBef>
              <a:spcAft>
                <a:spcPts val="0"/>
              </a:spcAft>
              <a:buSzPts val="1400"/>
              <a:buChar char="○"/>
              <a:defRPr sz="2800"/>
            </a:lvl2pPr>
            <a:lvl3pPr lvl="2" algn="ctr">
              <a:lnSpc>
                <a:spcPct val="100000"/>
              </a:lnSpc>
              <a:spcBef>
                <a:spcPts val="0"/>
              </a:spcBef>
              <a:spcAft>
                <a:spcPts val="0"/>
              </a:spcAft>
              <a:buSzPts val="1400"/>
              <a:buChar char="■"/>
              <a:defRPr sz="2800"/>
            </a:lvl3pPr>
            <a:lvl4pPr lvl="3" algn="ctr">
              <a:lnSpc>
                <a:spcPct val="100000"/>
              </a:lnSpc>
              <a:spcBef>
                <a:spcPts val="0"/>
              </a:spcBef>
              <a:spcAft>
                <a:spcPts val="0"/>
              </a:spcAft>
              <a:buSzPts val="1400"/>
              <a:buChar char="●"/>
              <a:defRPr sz="2800"/>
            </a:lvl4pPr>
            <a:lvl5pPr lvl="4" algn="ctr">
              <a:lnSpc>
                <a:spcPct val="100000"/>
              </a:lnSpc>
              <a:spcBef>
                <a:spcPts val="0"/>
              </a:spcBef>
              <a:spcAft>
                <a:spcPts val="0"/>
              </a:spcAft>
              <a:buSzPts val="1400"/>
              <a:buChar char="○"/>
              <a:defRPr sz="2800"/>
            </a:lvl5pPr>
            <a:lvl6pPr lvl="5" algn="ctr">
              <a:lnSpc>
                <a:spcPct val="100000"/>
              </a:lnSpc>
              <a:spcBef>
                <a:spcPts val="0"/>
              </a:spcBef>
              <a:spcAft>
                <a:spcPts val="0"/>
              </a:spcAft>
              <a:buSzPts val="1400"/>
              <a:buChar char="■"/>
              <a:defRPr sz="2800"/>
            </a:lvl6pPr>
            <a:lvl7pPr lvl="6" algn="ctr">
              <a:lnSpc>
                <a:spcPct val="100000"/>
              </a:lnSpc>
              <a:spcBef>
                <a:spcPts val="0"/>
              </a:spcBef>
              <a:spcAft>
                <a:spcPts val="0"/>
              </a:spcAft>
              <a:buSzPts val="1400"/>
              <a:buChar char="●"/>
              <a:defRPr sz="2800"/>
            </a:lvl7pPr>
            <a:lvl8pPr lvl="7" algn="ctr">
              <a:lnSpc>
                <a:spcPct val="100000"/>
              </a:lnSpc>
              <a:spcBef>
                <a:spcPts val="0"/>
              </a:spcBef>
              <a:spcAft>
                <a:spcPts val="0"/>
              </a:spcAft>
              <a:buSzPts val="1400"/>
              <a:buChar char="○"/>
              <a:defRPr sz="2800"/>
            </a:lvl8pPr>
            <a:lvl9pPr lvl="8" algn="ctr">
              <a:lnSpc>
                <a:spcPct val="100000"/>
              </a:lnSpc>
              <a:spcBef>
                <a:spcPts val="0"/>
              </a:spcBef>
              <a:spcAft>
                <a:spcPts val="0"/>
              </a:spcAft>
              <a:buSzPts val="1400"/>
              <a:buChar char="■"/>
              <a:defRPr sz="2800"/>
            </a:lvl9pPr>
          </a:lstStyle>
          <a:p/>
        </p:txBody>
      </p:sp>
      <p:sp>
        <p:nvSpPr>
          <p:cNvPr id="362" name="Google Shape;362;p42"/>
          <p:cNvSpPr txBox="1"/>
          <p:nvPr>
            <p:ph idx="3" type="subTitle"/>
          </p:nvPr>
        </p:nvSpPr>
        <p:spPr>
          <a:xfrm>
            <a:off x="726675" y="1313225"/>
            <a:ext cx="3698100" cy="422400"/>
          </a:xfrm>
          <a:prstGeom prst="rect">
            <a:avLst/>
          </a:prstGeom>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63" name="Google Shape;363;p42"/>
          <p:cNvSpPr txBox="1"/>
          <p:nvPr>
            <p:ph idx="4" type="subTitle"/>
          </p:nvPr>
        </p:nvSpPr>
        <p:spPr>
          <a:xfrm>
            <a:off x="4747375" y="1313225"/>
            <a:ext cx="3698100" cy="422400"/>
          </a:xfrm>
          <a:prstGeom prst="rect">
            <a:avLst/>
          </a:prstGeom>
          <a:ln cap="flat" cmpd="sng" w="19050">
            <a:solidFill>
              <a:schemeClr val="lt1"/>
            </a:solidFill>
            <a:prstDash val="solid"/>
            <a:round/>
            <a:headEnd len="sm" w="sm" type="none"/>
            <a:tailEnd len="sm" w="sm" type="none"/>
          </a:ln>
        </p:spPr>
        <p:txBody>
          <a:bodyPr anchorCtr="0" anchor="b" bIns="91425" lIns="91425" spcFirstLastPara="1" rIns="91425" wrap="square" tIns="91425">
            <a:noAutofit/>
          </a:bodyPr>
          <a:lstStyle>
            <a:lvl1pPr lvl="0">
              <a:lnSpc>
                <a:spcPct val="100000"/>
              </a:lnSpc>
              <a:spcBef>
                <a:spcPts val="0"/>
              </a:spcBef>
              <a:spcAft>
                <a:spcPts val="0"/>
              </a:spcAft>
              <a:buSzPts val="2400"/>
              <a:buFont typeface="Bebas Neue"/>
              <a:buNone/>
              <a:defRPr b="1" sz="2000">
                <a:solidFill>
                  <a:schemeClr val="dk2"/>
                </a:solidFill>
                <a:latin typeface="DM Sans"/>
                <a:ea typeface="DM Sans"/>
                <a:cs typeface="DM Sans"/>
                <a:sym typeface="DM Sans"/>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4" name="Shape 364"/>
        <p:cNvGrpSpPr/>
        <p:nvPr/>
      </p:nvGrpSpPr>
      <p:grpSpPr>
        <a:xfrm>
          <a:off x="0" y="0"/>
          <a:ext cx="0" cy="0"/>
          <a:chOff x="0" y="0"/>
          <a:chExt cx="0" cy="0"/>
        </a:xfrm>
      </p:grpSpPr>
      <p:sp>
        <p:nvSpPr>
          <p:cNvPr id="365" name="Google Shape;365;p4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6" name="Google Shape;366;p4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67" name="Google Shape;367;p4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8" name="Google Shape;368;p43"/>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69" name="Google Shape;369;p4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370" name="Google Shape;370;p4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371" name="Google Shape;371;p43"/>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372" name="Google Shape;372;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3" name="Shape 373"/>
        <p:cNvGrpSpPr/>
        <p:nvPr/>
      </p:nvGrpSpPr>
      <p:grpSpPr>
        <a:xfrm>
          <a:off x="0" y="0"/>
          <a:ext cx="0" cy="0"/>
          <a:chOff x="0" y="0"/>
          <a:chExt cx="0" cy="0"/>
        </a:xfrm>
      </p:grpSpPr>
      <p:sp>
        <p:nvSpPr>
          <p:cNvPr id="374" name="Google Shape;374;p4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5" name="Google Shape;375;p4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76" name="Google Shape;376;p4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7" name="Google Shape;377;p44"/>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78" name="Google Shape;378;p4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379" name="Google Shape;379;p44"/>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380" name="Google Shape;380;p44"/>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381" name="Google Shape;381;p44"/>
          <p:cNvSpPr txBox="1"/>
          <p:nvPr>
            <p:ph type="title"/>
          </p:nvPr>
        </p:nvSpPr>
        <p:spPr>
          <a:xfrm>
            <a:off x="720000" y="445025"/>
            <a:ext cx="62664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2" name="Google Shape;382;p44"/>
          <p:cNvSpPr txBox="1"/>
          <p:nvPr>
            <p:ph idx="1" type="subTitle"/>
          </p:nvPr>
        </p:nvSpPr>
        <p:spPr>
          <a:xfrm>
            <a:off x="720000" y="1347250"/>
            <a:ext cx="7324500" cy="31734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Nunito Light"/>
              <a:buChar char="●"/>
              <a:defRPr sz="1600"/>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1600"/>
              </a:spcBef>
              <a:spcAft>
                <a:spcPts val="0"/>
              </a:spcAft>
              <a:buClr>
                <a:srgbClr val="E76A28"/>
              </a:buClr>
              <a:buSzPts val="1500"/>
              <a:buFont typeface="Nunito Light"/>
              <a:buChar char="■"/>
              <a:defRPr/>
            </a:lvl3pPr>
            <a:lvl4pPr lvl="3" algn="ctr">
              <a:lnSpc>
                <a:spcPct val="100000"/>
              </a:lnSpc>
              <a:spcBef>
                <a:spcPts val="1600"/>
              </a:spcBef>
              <a:spcAft>
                <a:spcPts val="0"/>
              </a:spcAft>
              <a:buClr>
                <a:srgbClr val="E76A28"/>
              </a:buClr>
              <a:buSzPts val="1500"/>
              <a:buFont typeface="Nunito Light"/>
              <a:buChar char="●"/>
              <a:defRPr/>
            </a:lvl4pPr>
            <a:lvl5pPr lvl="4" algn="ctr">
              <a:lnSpc>
                <a:spcPct val="100000"/>
              </a:lnSpc>
              <a:spcBef>
                <a:spcPts val="1600"/>
              </a:spcBef>
              <a:spcAft>
                <a:spcPts val="0"/>
              </a:spcAft>
              <a:buClr>
                <a:srgbClr val="E76A28"/>
              </a:buClr>
              <a:buSzPts val="1400"/>
              <a:buFont typeface="Nunito Light"/>
              <a:buChar char="○"/>
              <a:defRPr/>
            </a:lvl5pPr>
            <a:lvl6pPr lvl="5" algn="ctr">
              <a:lnSpc>
                <a:spcPct val="100000"/>
              </a:lnSpc>
              <a:spcBef>
                <a:spcPts val="1600"/>
              </a:spcBef>
              <a:spcAft>
                <a:spcPts val="0"/>
              </a:spcAft>
              <a:buClr>
                <a:srgbClr val="999999"/>
              </a:buClr>
              <a:buSzPts val="1400"/>
              <a:buFont typeface="Nunito Light"/>
              <a:buChar char="■"/>
              <a:defRPr/>
            </a:lvl6pPr>
            <a:lvl7pPr lvl="6" algn="ctr">
              <a:lnSpc>
                <a:spcPct val="100000"/>
              </a:lnSpc>
              <a:spcBef>
                <a:spcPts val="1600"/>
              </a:spcBef>
              <a:spcAft>
                <a:spcPts val="0"/>
              </a:spcAft>
              <a:buClr>
                <a:srgbClr val="999999"/>
              </a:buClr>
              <a:buSzPts val="1300"/>
              <a:buFont typeface="Nunito Light"/>
              <a:buChar char="●"/>
              <a:defRPr/>
            </a:lvl7pPr>
            <a:lvl8pPr lvl="7" algn="ctr">
              <a:lnSpc>
                <a:spcPct val="100000"/>
              </a:lnSpc>
              <a:spcBef>
                <a:spcPts val="1600"/>
              </a:spcBef>
              <a:spcAft>
                <a:spcPts val="0"/>
              </a:spcAft>
              <a:buClr>
                <a:srgbClr val="999999"/>
              </a:buClr>
              <a:buSzPts val="1300"/>
              <a:buFont typeface="Nunito Light"/>
              <a:buChar char="○"/>
              <a:defRPr/>
            </a:lvl8pPr>
            <a:lvl9pPr lvl="8" algn="ctr">
              <a:lnSpc>
                <a:spcPct val="100000"/>
              </a:lnSpc>
              <a:spcBef>
                <a:spcPts val="1600"/>
              </a:spcBef>
              <a:spcAft>
                <a:spcPts val="1600"/>
              </a:spcAft>
              <a:buClr>
                <a:srgbClr val="999999"/>
              </a:buClr>
              <a:buSzPts val="1400"/>
              <a:buFont typeface="Nunito Light"/>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3" name="Shape 383"/>
        <p:cNvGrpSpPr/>
        <p:nvPr/>
      </p:nvGrpSpPr>
      <p:grpSpPr>
        <a:xfrm>
          <a:off x="0" y="0"/>
          <a:ext cx="0" cy="0"/>
          <a:chOff x="0" y="0"/>
          <a:chExt cx="0" cy="0"/>
        </a:xfrm>
      </p:grpSpPr>
      <p:sp>
        <p:nvSpPr>
          <p:cNvPr id="384" name="Google Shape;384;p4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45"/>
          <p:cNvSpPr txBox="1"/>
          <p:nvPr>
            <p:ph type="title"/>
          </p:nvPr>
        </p:nvSpPr>
        <p:spPr>
          <a:xfrm>
            <a:off x="969825" y="2079259"/>
            <a:ext cx="7204500" cy="8790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cxnSp>
        <p:nvCxnSpPr>
          <p:cNvPr id="386" name="Google Shape;386;p4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387" name="Google Shape;387;p4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8" name="Google Shape;388;p4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389" name="Google Shape;389;p4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390" name="Google Shape;390;p45"/>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391" name="Google Shape;391;p45"/>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2" name="Shape 392"/>
        <p:cNvGrpSpPr/>
        <p:nvPr/>
      </p:nvGrpSpPr>
      <p:grpSpPr>
        <a:xfrm>
          <a:off x="0" y="0"/>
          <a:ext cx="0" cy="0"/>
          <a:chOff x="0" y="0"/>
          <a:chExt cx="0" cy="0"/>
        </a:xfrm>
      </p:grpSpPr>
      <p:sp>
        <p:nvSpPr>
          <p:cNvPr id="393" name="Google Shape;393;p46"/>
          <p:cNvSpPr txBox="1"/>
          <p:nvPr>
            <p:ph type="title"/>
          </p:nvPr>
        </p:nvSpPr>
        <p:spPr>
          <a:xfrm>
            <a:off x="720000" y="1413525"/>
            <a:ext cx="4294800" cy="20952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4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94" name="Google Shape;394;p46"/>
          <p:cNvSpPr txBox="1"/>
          <p:nvPr>
            <p:ph idx="1" type="subTitle"/>
          </p:nvPr>
        </p:nvSpPr>
        <p:spPr>
          <a:xfrm>
            <a:off x="720000" y="3508800"/>
            <a:ext cx="4294800" cy="1004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95" name="Google Shape;395;p4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96" name="Shape 396"/>
        <p:cNvGrpSpPr/>
        <p:nvPr/>
      </p:nvGrpSpPr>
      <p:grpSpPr>
        <a:xfrm>
          <a:off x="0" y="0"/>
          <a:ext cx="0" cy="0"/>
          <a:chOff x="0" y="0"/>
          <a:chExt cx="0" cy="0"/>
        </a:xfrm>
      </p:grpSpPr>
      <p:sp>
        <p:nvSpPr>
          <p:cNvPr id="397" name="Google Shape;397;p47"/>
          <p:cNvSpPr/>
          <p:nvPr>
            <p:ph idx="2" type="pic"/>
          </p:nvPr>
        </p:nvSpPr>
        <p:spPr>
          <a:xfrm>
            <a:off x="0" y="0"/>
            <a:ext cx="9144000" cy="5143500"/>
          </a:xfrm>
          <a:prstGeom prst="rect">
            <a:avLst/>
          </a:prstGeom>
          <a:noFill/>
          <a:ln>
            <a:noFill/>
          </a:ln>
        </p:spPr>
      </p:sp>
      <p:sp>
        <p:nvSpPr>
          <p:cNvPr id="398" name="Google Shape;398;p47"/>
          <p:cNvSpPr txBox="1"/>
          <p:nvPr>
            <p:ph type="title"/>
          </p:nvPr>
        </p:nvSpPr>
        <p:spPr>
          <a:xfrm>
            <a:off x="713225" y="4162975"/>
            <a:ext cx="7917300" cy="541500"/>
          </a:xfrm>
          <a:prstGeom prst="rect">
            <a:avLst/>
          </a:prstGeom>
          <a:solidFill>
            <a:schemeClr val="lt1"/>
          </a:solidFill>
          <a:ln>
            <a:noFill/>
          </a:ln>
        </p:spPr>
        <p:txBody>
          <a:bodyPr anchorCtr="0" anchor="ctr" bIns="91425" lIns="91425" spcFirstLastPara="1" rIns="91425" wrap="square" tIns="91425">
            <a:noAutofit/>
          </a:bodyPr>
          <a:lstStyle>
            <a:lvl1pPr lvl="0" algn="ctr">
              <a:spcBef>
                <a:spcPts val="0"/>
              </a:spcBef>
              <a:spcAft>
                <a:spcPts val="0"/>
              </a:spcAft>
              <a:buSzPts val="3000"/>
              <a:buNone/>
              <a:defRPr>
                <a:solidFill>
                  <a:schemeClr val="dk2"/>
                </a:solidFill>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99" name="Shape 399"/>
        <p:cNvGrpSpPr/>
        <p:nvPr/>
      </p:nvGrpSpPr>
      <p:grpSpPr>
        <a:xfrm>
          <a:off x="0" y="0"/>
          <a:ext cx="0" cy="0"/>
          <a:chOff x="0" y="0"/>
          <a:chExt cx="0" cy="0"/>
        </a:xfrm>
      </p:grpSpPr>
      <p:sp>
        <p:nvSpPr>
          <p:cNvPr id="400" name="Google Shape;400;p4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1" name="Google Shape;401;p4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402" name="Google Shape;402;p4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3" name="Google Shape;403;p48"/>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404" name="Google Shape;404;p4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405" name="Google Shape;405;p4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406" name="Google Shape;406;p48"/>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407" name="Google Shape;407;p48"/>
          <p:cNvSpPr txBox="1"/>
          <p:nvPr>
            <p:ph hasCustomPrompt="1" type="title"/>
          </p:nvPr>
        </p:nvSpPr>
        <p:spPr>
          <a:xfrm>
            <a:off x="1284000" y="1429725"/>
            <a:ext cx="6576000" cy="14088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6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08" name="Google Shape;408;p48"/>
          <p:cNvSpPr txBox="1"/>
          <p:nvPr>
            <p:ph idx="1" type="subTitle"/>
          </p:nvPr>
        </p:nvSpPr>
        <p:spPr>
          <a:xfrm>
            <a:off x="1284000" y="2985500"/>
            <a:ext cx="6576000" cy="497100"/>
          </a:xfrm>
          <a:prstGeom prst="rect">
            <a:avLst/>
          </a:prstGeom>
          <a:ln cap="flat" cmpd="sng" w="19050">
            <a:solidFill>
              <a:schemeClr val="lt1"/>
            </a:solidFill>
            <a:prstDash val="solid"/>
            <a:round/>
            <a:headEnd len="sm" w="sm" type="none"/>
            <a:tailEnd len="sm" w="sm" type="none"/>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2"/>
        </a:solidFill>
      </p:bgPr>
    </p:bg>
    <p:spTree>
      <p:nvGrpSpPr>
        <p:cNvPr id="409" name="Shape 409"/>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10" name="Shape 410"/>
        <p:cNvGrpSpPr/>
        <p:nvPr/>
      </p:nvGrpSpPr>
      <p:grpSpPr>
        <a:xfrm>
          <a:off x="0" y="0"/>
          <a:ext cx="0" cy="0"/>
          <a:chOff x="0" y="0"/>
          <a:chExt cx="0" cy="0"/>
        </a:xfrm>
      </p:grpSpPr>
      <p:sp>
        <p:nvSpPr>
          <p:cNvPr id="411" name="Google Shape;411;p5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3" name="Google Shape;413;p50"/>
          <p:cNvSpPr txBox="1"/>
          <p:nvPr>
            <p:ph idx="1" type="subTitle"/>
          </p:nvPr>
        </p:nvSpPr>
        <p:spPr>
          <a:xfrm>
            <a:off x="713225" y="20181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14" name="Google Shape;414;p50"/>
          <p:cNvSpPr txBox="1"/>
          <p:nvPr>
            <p:ph idx="2" type="subTitle"/>
          </p:nvPr>
        </p:nvSpPr>
        <p:spPr>
          <a:xfrm>
            <a:off x="713225" y="3870728"/>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15" name="Google Shape;415;p50"/>
          <p:cNvSpPr txBox="1"/>
          <p:nvPr>
            <p:ph idx="3" type="subTitle"/>
          </p:nvPr>
        </p:nvSpPr>
        <p:spPr>
          <a:xfrm>
            <a:off x="3359125" y="38707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16" name="Google Shape;416;p50"/>
          <p:cNvSpPr txBox="1"/>
          <p:nvPr>
            <p:ph idx="4" type="subTitle"/>
          </p:nvPr>
        </p:nvSpPr>
        <p:spPr>
          <a:xfrm>
            <a:off x="3359125" y="20180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17" name="Google Shape;417;p50"/>
          <p:cNvSpPr txBox="1"/>
          <p:nvPr>
            <p:ph hasCustomPrompt="1" idx="5" type="title"/>
          </p:nvPr>
        </p:nvSpPr>
        <p:spPr>
          <a:xfrm>
            <a:off x="713225" y="1141288"/>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18" name="Google Shape;418;p50"/>
          <p:cNvSpPr txBox="1"/>
          <p:nvPr>
            <p:ph hasCustomPrompt="1" idx="6" type="title"/>
          </p:nvPr>
        </p:nvSpPr>
        <p:spPr>
          <a:xfrm>
            <a:off x="3359125"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19" name="Google Shape;419;p50"/>
          <p:cNvSpPr txBox="1"/>
          <p:nvPr>
            <p:ph hasCustomPrompt="1" idx="7" type="title"/>
          </p:nvPr>
        </p:nvSpPr>
        <p:spPr>
          <a:xfrm>
            <a:off x="713225"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20" name="Google Shape;420;p50"/>
          <p:cNvSpPr txBox="1"/>
          <p:nvPr>
            <p:ph hasCustomPrompt="1" idx="8" type="title"/>
          </p:nvPr>
        </p:nvSpPr>
        <p:spPr>
          <a:xfrm>
            <a:off x="3359125" y="1142055"/>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21" name="Google Shape;421;p50"/>
          <p:cNvSpPr txBox="1"/>
          <p:nvPr>
            <p:ph idx="9" type="subTitle"/>
          </p:nvPr>
        </p:nvSpPr>
        <p:spPr>
          <a:xfrm>
            <a:off x="5997638" y="38707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22" name="Google Shape;422;p50"/>
          <p:cNvSpPr txBox="1"/>
          <p:nvPr>
            <p:ph idx="13" type="subTitle"/>
          </p:nvPr>
        </p:nvSpPr>
        <p:spPr>
          <a:xfrm>
            <a:off x="5997638" y="2018025"/>
            <a:ext cx="2426100" cy="5382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23" name="Google Shape;423;p50"/>
          <p:cNvSpPr txBox="1"/>
          <p:nvPr>
            <p:ph hasCustomPrompt="1" idx="14" type="title"/>
          </p:nvPr>
        </p:nvSpPr>
        <p:spPr>
          <a:xfrm>
            <a:off x="5997638" y="2994063"/>
            <a:ext cx="656100" cy="4389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24" name="Google Shape;424;p50"/>
          <p:cNvSpPr txBox="1"/>
          <p:nvPr>
            <p:ph hasCustomPrompt="1" idx="15" type="title"/>
          </p:nvPr>
        </p:nvSpPr>
        <p:spPr>
          <a:xfrm>
            <a:off x="5997638" y="1142055"/>
            <a:ext cx="656100" cy="438000"/>
          </a:xfrm>
          <a:prstGeom prst="rect">
            <a:avLst/>
          </a:prstGeom>
          <a:noFill/>
        </p:spPr>
        <p:txBody>
          <a:bodyPr anchorCtr="0" anchor="ctr" bIns="91425" lIns="91425" spcFirstLastPara="1" rIns="91425" wrap="square" tIns="91425">
            <a:noAutofit/>
          </a:bodyPr>
          <a:lstStyle>
            <a:lvl1pPr lvl="0">
              <a:lnSpc>
                <a:spcPct val="115000"/>
              </a:lnSpc>
              <a:spcBef>
                <a:spcPts val="0"/>
              </a:spcBef>
              <a:spcAft>
                <a:spcPts val="0"/>
              </a:spcAft>
              <a:buSzPts val="3000"/>
              <a:buNone/>
              <a:defRPr sz="2800">
                <a:solidFill>
                  <a:schemeClr val="dk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25" name="Google Shape;425;p50"/>
          <p:cNvSpPr txBox="1"/>
          <p:nvPr>
            <p:ph idx="16" type="subTitle"/>
          </p:nvPr>
        </p:nvSpPr>
        <p:spPr>
          <a:xfrm>
            <a:off x="713225"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26" name="Google Shape;426;p50"/>
          <p:cNvSpPr txBox="1"/>
          <p:nvPr>
            <p:ph idx="17" type="subTitle"/>
          </p:nvPr>
        </p:nvSpPr>
        <p:spPr>
          <a:xfrm>
            <a:off x="713225" y="3447136"/>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27" name="Google Shape;427;p50"/>
          <p:cNvSpPr txBox="1"/>
          <p:nvPr>
            <p:ph idx="18" type="subTitle"/>
          </p:nvPr>
        </p:nvSpPr>
        <p:spPr>
          <a:xfrm>
            <a:off x="3359125" y="3447125"/>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28" name="Google Shape;428;p50"/>
          <p:cNvSpPr txBox="1"/>
          <p:nvPr>
            <p:ph idx="19" type="subTitle"/>
          </p:nvPr>
        </p:nvSpPr>
        <p:spPr>
          <a:xfrm>
            <a:off x="3359125"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29" name="Google Shape;429;p50"/>
          <p:cNvSpPr txBox="1"/>
          <p:nvPr>
            <p:ph idx="20" type="subTitle"/>
          </p:nvPr>
        </p:nvSpPr>
        <p:spPr>
          <a:xfrm>
            <a:off x="5997638" y="3447125"/>
            <a:ext cx="2423100" cy="4284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30" name="Google Shape;430;p50"/>
          <p:cNvSpPr txBox="1"/>
          <p:nvPr>
            <p:ph idx="21" type="subTitle"/>
          </p:nvPr>
        </p:nvSpPr>
        <p:spPr>
          <a:xfrm>
            <a:off x="5997638" y="1594575"/>
            <a:ext cx="2423100" cy="438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cxnSp>
        <p:nvCxnSpPr>
          <p:cNvPr id="431" name="Google Shape;431;p5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432" name="Google Shape;432;p5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3" name="Google Shape;433;p5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434" name="Google Shape;434;p50"/>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435" name="Google Shape;435;p50"/>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436" name="Google Shape;436;p50"/>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437" name="Shape 437"/>
        <p:cNvGrpSpPr/>
        <p:nvPr/>
      </p:nvGrpSpPr>
      <p:grpSpPr>
        <a:xfrm>
          <a:off x="0" y="0"/>
          <a:ext cx="0" cy="0"/>
          <a:chOff x="0" y="0"/>
          <a:chExt cx="0" cy="0"/>
        </a:xfrm>
      </p:grpSpPr>
      <p:sp>
        <p:nvSpPr>
          <p:cNvPr id="438" name="Google Shape;438;p5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9" name="Google Shape;439;p5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440" name="Google Shape;440;p5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1" name="Google Shape;441;p51"/>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442" name="Google Shape;442;p5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443" name="Google Shape;443;p51"/>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444" name="Google Shape;444;p51"/>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445" name="Google Shape;445;p51"/>
          <p:cNvSpPr txBox="1"/>
          <p:nvPr>
            <p:ph type="title"/>
          </p:nvPr>
        </p:nvSpPr>
        <p:spPr>
          <a:xfrm>
            <a:off x="969900" y="3387600"/>
            <a:ext cx="7204200" cy="531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15000"/>
              </a:lnSpc>
              <a:spcBef>
                <a:spcPts val="0"/>
              </a:spcBef>
              <a:spcAft>
                <a:spcPts val="0"/>
              </a:spcAft>
              <a:buSzPts val="3000"/>
              <a:buNone/>
              <a:defRPr>
                <a:solidFill>
                  <a:schemeClr val="dk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446" name="Google Shape;446;p51"/>
          <p:cNvSpPr txBox="1"/>
          <p:nvPr>
            <p:ph idx="1" type="subTitle"/>
          </p:nvPr>
        </p:nvSpPr>
        <p:spPr>
          <a:xfrm>
            <a:off x="969900" y="1312625"/>
            <a:ext cx="7204200" cy="14784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447" name="Shape 447"/>
        <p:cNvGrpSpPr/>
        <p:nvPr/>
      </p:nvGrpSpPr>
      <p:grpSpPr>
        <a:xfrm>
          <a:off x="0" y="0"/>
          <a:ext cx="0" cy="0"/>
          <a:chOff x="0" y="0"/>
          <a:chExt cx="0" cy="0"/>
        </a:xfrm>
      </p:grpSpPr>
      <p:sp>
        <p:nvSpPr>
          <p:cNvPr id="448" name="Google Shape;448;p5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9" name="Google Shape;449;p5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450" name="Google Shape;450;p5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1" name="Google Shape;451;p52"/>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452" name="Google Shape;452;p52"/>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453" name="Google Shape;453;p52"/>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454" name="Google Shape;454;p52"/>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455" name="Google Shape;455;p52"/>
          <p:cNvSpPr txBox="1"/>
          <p:nvPr>
            <p:ph type="title"/>
          </p:nvPr>
        </p:nvSpPr>
        <p:spPr>
          <a:xfrm>
            <a:off x="720000" y="1148563"/>
            <a:ext cx="3944700" cy="1607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6" name="Google Shape;456;p52"/>
          <p:cNvSpPr txBox="1"/>
          <p:nvPr>
            <p:ph idx="1" type="subTitle"/>
          </p:nvPr>
        </p:nvSpPr>
        <p:spPr>
          <a:xfrm>
            <a:off x="720000" y="2878638"/>
            <a:ext cx="3944700" cy="1116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57" name="Google Shape;457;p52"/>
          <p:cNvSpPr/>
          <p:nvPr>
            <p:ph idx="2" type="pic"/>
          </p:nvPr>
        </p:nvSpPr>
        <p:spPr>
          <a:xfrm>
            <a:off x="5149825" y="691038"/>
            <a:ext cx="3070800" cy="3761400"/>
          </a:xfrm>
          <a:prstGeom prst="ellipse">
            <a:avLst/>
          </a:prstGeom>
          <a:noFill/>
          <a:ln cap="flat" cmpd="sng" w="19050">
            <a:solidFill>
              <a:schemeClr val="dk2"/>
            </a:solidFill>
            <a:prstDash val="solid"/>
            <a:round/>
            <a:headEnd len="sm" w="sm" type="none"/>
            <a:tailEnd len="sm" w="sm" type="none"/>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458" name="Shape 458"/>
        <p:cNvGrpSpPr/>
        <p:nvPr/>
      </p:nvGrpSpPr>
      <p:grpSpPr>
        <a:xfrm>
          <a:off x="0" y="0"/>
          <a:ext cx="0" cy="0"/>
          <a:chOff x="0" y="0"/>
          <a:chExt cx="0" cy="0"/>
        </a:xfrm>
      </p:grpSpPr>
      <p:sp>
        <p:nvSpPr>
          <p:cNvPr id="459" name="Google Shape;459;p53"/>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0" name="Google Shape;460;p53"/>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461" name="Google Shape;461;p53"/>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2" name="Google Shape;462;p53"/>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463" name="Google Shape;463;p53"/>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464" name="Google Shape;464;p53"/>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465" name="Google Shape;465;p53"/>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466" name="Google Shape;466;p53"/>
          <p:cNvSpPr txBox="1"/>
          <p:nvPr>
            <p:ph type="title"/>
          </p:nvPr>
        </p:nvSpPr>
        <p:spPr>
          <a:xfrm>
            <a:off x="720000" y="1568400"/>
            <a:ext cx="2891400" cy="7005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67" name="Google Shape;467;p53"/>
          <p:cNvSpPr txBox="1"/>
          <p:nvPr>
            <p:ph idx="1" type="subTitle"/>
          </p:nvPr>
        </p:nvSpPr>
        <p:spPr>
          <a:xfrm>
            <a:off x="720000" y="2268888"/>
            <a:ext cx="2891400" cy="1306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468" name="Shape 468"/>
        <p:cNvGrpSpPr/>
        <p:nvPr/>
      </p:nvGrpSpPr>
      <p:grpSpPr>
        <a:xfrm>
          <a:off x="0" y="0"/>
          <a:ext cx="0" cy="0"/>
          <a:chOff x="0" y="0"/>
          <a:chExt cx="0" cy="0"/>
        </a:xfrm>
      </p:grpSpPr>
      <p:sp>
        <p:nvSpPr>
          <p:cNvPr id="469" name="Google Shape;469;p54"/>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0" name="Google Shape;470;p54"/>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471" name="Google Shape;471;p54"/>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2" name="Google Shape;472;p54"/>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473" name="Google Shape;473;p54"/>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474" name="Google Shape;474;p54"/>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475" name="Google Shape;475;p54"/>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476" name="Google Shape;476;p5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77" name="Google Shape;477;p54"/>
          <p:cNvSpPr txBox="1"/>
          <p:nvPr>
            <p:ph idx="1" type="subTitle"/>
          </p:nvPr>
        </p:nvSpPr>
        <p:spPr>
          <a:xfrm>
            <a:off x="937625"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78" name="Google Shape;478;p54"/>
          <p:cNvSpPr txBox="1"/>
          <p:nvPr>
            <p:ph idx="2" type="subTitle"/>
          </p:nvPr>
        </p:nvSpPr>
        <p:spPr>
          <a:xfrm>
            <a:off x="3484346"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79" name="Google Shape;479;p54"/>
          <p:cNvSpPr txBox="1"/>
          <p:nvPr>
            <p:ph idx="3" type="subTitle"/>
          </p:nvPr>
        </p:nvSpPr>
        <p:spPr>
          <a:xfrm>
            <a:off x="6031074" y="3071250"/>
            <a:ext cx="2175300" cy="869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80" name="Google Shape;480;p54"/>
          <p:cNvSpPr txBox="1"/>
          <p:nvPr>
            <p:ph idx="4" type="subTitle"/>
          </p:nvPr>
        </p:nvSpPr>
        <p:spPr>
          <a:xfrm>
            <a:off x="937625"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481" name="Google Shape;481;p54"/>
          <p:cNvSpPr txBox="1"/>
          <p:nvPr>
            <p:ph idx="5" type="subTitle"/>
          </p:nvPr>
        </p:nvSpPr>
        <p:spPr>
          <a:xfrm>
            <a:off x="3484347"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482" name="Google Shape;482;p54"/>
          <p:cNvSpPr txBox="1"/>
          <p:nvPr>
            <p:ph idx="6" type="subTitle"/>
          </p:nvPr>
        </p:nvSpPr>
        <p:spPr>
          <a:xfrm>
            <a:off x="6031075" y="2690250"/>
            <a:ext cx="2175300" cy="365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gn="ctr">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gn="ctr">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gn="ctr">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gn="ctr">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gn="ctr">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gn="ctr">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gn="ctr">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483" name="Shape 483"/>
        <p:cNvGrpSpPr/>
        <p:nvPr/>
      </p:nvGrpSpPr>
      <p:grpSpPr>
        <a:xfrm>
          <a:off x="0" y="0"/>
          <a:ext cx="0" cy="0"/>
          <a:chOff x="0" y="0"/>
          <a:chExt cx="0" cy="0"/>
        </a:xfrm>
      </p:grpSpPr>
      <p:sp>
        <p:nvSpPr>
          <p:cNvPr id="484" name="Google Shape;484;p55"/>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5" name="Google Shape;485;p55"/>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486" name="Google Shape;486;p55"/>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7" name="Google Shape;487;p55"/>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488" name="Google Shape;488;p55"/>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489" name="Google Shape;489;p55"/>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490" name="Google Shape;490;p55"/>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491" name="Google Shape;491;p5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92" name="Google Shape;492;p55"/>
          <p:cNvSpPr txBox="1"/>
          <p:nvPr>
            <p:ph idx="1" type="subTitle"/>
          </p:nvPr>
        </p:nvSpPr>
        <p:spPr>
          <a:xfrm>
            <a:off x="720025" y="1610942"/>
            <a:ext cx="7704000" cy="530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493" name="Google Shape;493;p55"/>
          <p:cNvSpPr txBox="1"/>
          <p:nvPr>
            <p:ph idx="2" type="subTitle"/>
          </p:nvPr>
        </p:nvSpPr>
        <p:spPr>
          <a:xfrm>
            <a:off x="720025" y="2731125"/>
            <a:ext cx="77040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494" name="Google Shape;494;p55"/>
          <p:cNvSpPr txBox="1"/>
          <p:nvPr>
            <p:ph idx="3" type="subTitle"/>
          </p:nvPr>
        </p:nvSpPr>
        <p:spPr>
          <a:xfrm>
            <a:off x="720025" y="3851625"/>
            <a:ext cx="77040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495" name="Google Shape;495;p55"/>
          <p:cNvSpPr txBox="1"/>
          <p:nvPr>
            <p:ph idx="4" type="subTitle"/>
          </p:nvPr>
        </p:nvSpPr>
        <p:spPr>
          <a:xfrm>
            <a:off x="720025" y="1241274"/>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96" name="Google Shape;496;p55"/>
          <p:cNvSpPr txBox="1"/>
          <p:nvPr>
            <p:ph idx="5" type="subTitle"/>
          </p:nvPr>
        </p:nvSpPr>
        <p:spPr>
          <a:xfrm>
            <a:off x="720025" y="2350125"/>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497" name="Google Shape;497;p55"/>
          <p:cNvSpPr txBox="1"/>
          <p:nvPr>
            <p:ph idx="6" type="subTitle"/>
          </p:nvPr>
        </p:nvSpPr>
        <p:spPr>
          <a:xfrm>
            <a:off x="720025" y="3470625"/>
            <a:ext cx="7704000" cy="39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498" name="Shape 498"/>
        <p:cNvGrpSpPr/>
        <p:nvPr/>
      </p:nvGrpSpPr>
      <p:grpSpPr>
        <a:xfrm>
          <a:off x="0" y="0"/>
          <a:ext cx="0" cy="0"/>
          <a:chOff x="0" y="0"/>
          <a:chExt cx="0" cy="0"/>
        </a:xfrm>
      </p:grpSpPr>
      <p:sp>
        <p:nvSpPr>
          <p:cNvPr id="499" name="Google Shape;499;p56"/>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0" name="Google Shape;500;p56"/>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501" name="Google Shape;501;p56"/>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2" name="Google Shape;502;p56"/>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503" name="Google Shape;503;p56"/>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504" name="Google Shape;504;p56"/>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505" name="Google Shape;505;p56"/>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506" name="Google Shape;506;p5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07" name="Google Shape;507;p56"/>
          <p:cNvSpPr txBox="1"/>
          <p:nvPr>
            <p:ph idx="1" type="subTitle"/>
          </p:nvPr>
        </p:nvSpPr>
        <p:spPr>
          <a:xfrm>
            <a:off x="1381625" y="1718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508" name="Google Shape;508;p56"/>
          <p:cNvSpPr txBox="1"/>
          <p:nvPr>
            <p:ph idx="2" type="subTitle"/>
          </p:nvPr>
        </p:nvSpPr>
        <p:spPr>
          <a:xfrm>
            <a:off x="1381635" y="2861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509" name="Google Shape;509;p56"/>
          <p:cNvSpPr txBox="1"/>
          <p:nvPr>
            <p:ph idx="3" type="subTitle"/>
          </p:nvPr>
        </p:nvSpPr>
        <p:spPr>
          <a:xfrm>
            <a:off x="1381635" y="4004025"/>
            <a:ext cx="7042500" cy="527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nSpc>
                <a:spcPct val="100000"/>
              </a:lnSpc>
              <a:spcBef>
                <a:spcPts val="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
        <p:nvSpPr>
          <p:cNvPr id="510" name="Google Shape;510;p56"/>
          <p:cNvSpPr txBox="1"/>
          <p:nvPr>
            <p:ph idx="4" type="subTitle"/>
          </p:nvPr>
        </p:nvSpPr>
        <p:spPr>
          <a:xfrm>
            <a:off x="1381625" y="140602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511" name="Google Shape;511;p56"/>
          <p:cNvSpPr txBox="1"/>
          <p:nvPr>
            <p:ph idx="5" type="subTitle"/>
          </p:nvPr>
        </p:nvSpPr>
        <p:spPr>
          <a:xfrm>
            <a:off x="1381625" y="252657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
        <p:nvSpPr>
          <p:cNvPr id="512" name="Google Shape;512;p56"/>
          <p:cNvSpPr txBox="1"/>
          <p:nvPr>
            <p:ph idx="6" type="subTitle"/>
          </p:nvPr>
        </p:nvSpPr>
        <p:spPr>
          <a:xfrm>
            <a:off x="1381625" y="3647125"/>
            <a:ext cx="7042500" cy="3336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SzPts val="2600"/>
              <a:buFont typeface="Bebas Neue"/>
              <a:buNone/>
              <a:defRPr b="1" sz="2000">
                <a:solidFill>
                  <a:schemeClr val="dk2"/>
                </a:solidFill>
                <a:latin typeface="Quicksand"/>
                <a:ea typeface="Quicksand"/>
                <a:cs typeface="Quicksand"/>
                <a:sym typeface="Quicksand"/>
              </a:defRPr>
            </a:lvl1pPr>
            <a:lvl2pPr lvl="1">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a:lnSpc>
                <a:spcPct val="100000"/>
              </a:lnSpc>
              <a:spcBef>
                <a:spcPts val="1600"/>
              </a:spcBef>
              <a:spcAft>
                <a:spcPts val="0"/>
              </a:spcAft>
              <a:buSzPts val="2600"/>
              <a:buFont typeface="Bebas Neue"/>
              <a:buNone/>
              <a:defRPr sz="2600">
                <a:latin typeface="Bebas Neue"/>
                <a:ea typeface="Bebas Neue"/>
                <a:cs typeface="Bebas Neue"/>
                <a:sym typeface="Bebas Neue"/>
              </a:defRPr>
            </a:lvl3pPr>
            <a:lvl4pPr lvl="3">
              <a:lnSpc>
                <a:spcPct val="100000"/>
              </a:lnSpc>
              <a:spcBef>
                <a:spcPts val="1600"/>
              </a:spcBef>
              <a:spcAft>
                <a:spcPts val="0"/>
              </a:spcAft>
              <a:buSzPts val="2600"/>
              <a:buFont typeface="Bebas Neue"/>
              <a:buNone/>
              <a:defRPr sz="2600">
                <a:latin typeface="Bebas Neue"/>
                <a:ea typeface="Bebas Neue"/>
                <a:cs typeface="Bebas Neue"/>
                <a:sym typeface="Bebas Neue"/>
              </a:defRPr>
            </a:lvl4pPr>
            <a:lvl5pPr lvl="4">
              <a:lnSpc>
                <a:spcPct val="100000"/>
              </a:lnSpc>
              <a:spcBef>
                <a:spcPts val="1600"/>
              </a:spcBef>
              <a:spcAft>
                <a:spcPts val="0"/>
              </a:spcAft>
              <a:buSzPts val="2600"/>
              <a:buFont typeface="Bebas Neue"/>
              <a:buNone/>
              <a:defRPr sz="2600">
                <a:latin typeface="Bebas Neue"/>
                <a:ea typeface="Bebas Neue"/>
                <a:cs typeface="Bebas Neue"/>
                <a:sym typeface="Bebas Neue"/>
              </a:defRPr>
            </a:lvl5pPr>
            <a:lvl6pPr lvl="5">
              <a:lnSpc>
                <a:spcPct val="100000"/>
              </a:lnSpc>
              <a:spcBef>
                <a:spcPts val="1600"/>
              </a:spcBef>
              <a:spcAft>
                <a:spcPts val="0"/>
              </a:spcAft>
              <a:buSzPts val="2600"/>
              <a:buFont typeface="Bebas Neue"/>
              <a:buNone/>
              <a:defRPr sz="2600">
                <a:latin typeface="Bebas Neue"/>
                <a:ea typeface="Bebas Neue"/>
                <a:cs typeface="Bebas Neue"/>
                <a:sym typeface="Bebas Neue"/>
              </a:defRPr>
            </a:lvl6pPr>
            <a:lvl7pPr lvl="6">
              <a:lnSpc>
                <a:spcPct val="100000"/>
              </a:lnSpc>
              <a:spcBef>
                <a:spcPts val="1600"/>
              </a:spcBef>
              <a:spcAft>
                <a:spcPts val="0"/>
              </a:spcAft>
              <a:buSzPts val="2600"/>
              <a:buFont typeface="Bebas Neue"/>
              <a:buNone/>
              <a:defRPr sz="2600">
                <a:latin typeface="Bebas Neue"/>
                <a:ea typeface="Bebas Neue"/>
                <a:cs typeface="Bebas Neue"/>
                <a:sym typeface="Bebas Neue"/>
              </a:defRPr>
            </a:lvl7pPr>
            <a:lvl8pPr lvl="7">
              <a:lnSpc>
                <a:spcPct val="100000"/>
              </a:lnSpc>
              <a:spcBef>
                <a:spcPts val="1600"/>
              </a:spcBef>
              <a:spcAft>
                <a:spcPts val="0"/>
              </a:spcAft>
              <a:buSzPts val="2600"/>
              <a:buFont typeface="Bebas Neue"/>
              <a:buNone/>
              <a:defRPr sz="2600">
                <a:latin typeface="Bebas Neue"/>
                <a:ea typeface="Bebas Neue"/>
                <a:cs typeface="Bebas Neue"/>
                <a:sym typeface="Bebas Neue"/>
              </a:defRPr>
            </a:lvl8pPr>
            <a:lvl9pPr lvl="8">
              <a:lnSpc>
                <a:spcPct val="100000"/>
              </a:lnSpc>
              <a:spcBef>
                <a:spcPts val="1600"/>
              </a:spcBef>
              <a:spcAft>
                <a:spcPts val="160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513" name="Shape 513"/>
        <p:cNvGrpSpPr/>
        <p:nvPr/>
      </p:nvGrpSpPr>
      <p:grpSpPr>
        <a:xfrm>
          <a:off x="0" y="0"/>
          <a:ext cx="0" cy="0"/>
          <a:chOff x="0" y="0"/>
          <a:chExt cx="0" cy="0"/>
        </a:xfrm>
      </p:grpSpPr>
      <p:sp>
        <p:nvSpPr>
          <p:cNvPr id="514" name="Google Shape;514;p57"/>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5" name="Google Shape;515;p57"/>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516" name="Google Shape;516;p57"/>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7" name="Google Shape;517;p57"/>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518" name="Google Shape;518;p57"/>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519" name="Google Shape;519;p57"/>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520" name="Google Shape;520;p57"/>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521" name="Google Shape;521;p5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22" name="Google Shape;522;p57"/>
          <p:cNvSpPr txBox="1"/>
          <p:nvPr>
            <p:ph idx="1" type="subTitle"/>
          </p:nvPr>
        </p:nvSpPr>
        <p:spPr>
          <a:xfrm>
            <a:off x="1545775" y="1975263"/>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23" name="Google Shape;523;p57"/>
          <p:cNvSpPr txBox="1"/>
          <p:nvPr>
            <p:ph idx="2" type="subTitle"/>
          </p:nvPr>
        </p:nvSpPr>
        <p:spPr>
          <a:xfrm>
            <a:off x="5041325" y="1975263"/>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24" name="Google Shape;524;p57"/>
          <p:cNvSpPr txBox="1"/>
          <p:nvPr>
            <p:ph idx="3" type="subTitle"/>
          </p:nvPr>
        </p:nvSpPr>
        <p:spPr>
          <a:xfrm>
            <a:off x="1545775" y="3691500"/>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25" name="Google Shape;525;p57"/>
          <p:cNvSpPr txBox="1"/>
          <p:nvPr>
            <p:ph idx="4" type="subTitle"/>
          </p:nvPr>
        </p:nvSpPr>
        <p:spPr>
          <a:xfrm>
            <a:off x="5041325" y="3691500"/>
            <a:ext cx="2556900" cy="911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26" name="Google Shape;526;p57"/>
          <p:cNvSpPr txBox="1"/>
          <p:nvPr>
            <p:ph idx="5" type="subTitle"/>
          </p:nvPr>
        </p:nvSpPr>
        <p:spPr>
          <a:xfrm>
            <a:off x="1545775" y="1670463"/>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527" name="Google Shape;527;p57"/>
          <p:cNvSpPr txBox="1"/>
          <p:nvPr>
            <p:ph idx="6" type="subTitle"/>
          </p:nvPr>
        </p:nvSpPr>
        <p:spPr>
          <a:xfrm>
            <a:off x="5041325" y="1670463"/>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528" name="Google Shape;528;p57"/>
          <p:cNvSpPr txBox="1"/>
          <p:nvPr>
            <p:ph idx="7" type="subTitle"/>
          </p:nvPr>
        </p:nvSpPr>
        <p:spPr>
          <a:xfrm>
            <a:off x="1545775" y="3386700"/>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
        <p:nvSpPr>
          <p:cNvPr id="529" name="Google Shape;529;p57"/>
          <p:cNvSpPr txBox="1"/>
          <p:nvPr>
            <p:ph idx="8" type="subTitle"/>
          </p:nvPr>
        </p:nvSpPr>
        <p:spPr>
          <a:xfrm>
            <a:off x="5041325" y="3386700"/>
            <a:ext cx="2556900" cy="3549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530" name="Shape 530"/>
        <p:cNvGrpSpPr/>
        <p:nvPr/>
      </p:nvGrpSpPr>
      <p:grpSpPr>
        <a:xfrm>
          <a:off x="0" y="0"/>
          <a:ext cx="0" cy="0"/>
          <a:chOff x="0" y="0"/>
          <a:chExt cx="0" cy="0"/>
        </a:xfrm>
      </p:grpSpPr>
      <p:sp>
        <p:nvSpPr>
          <p:cNvPr id="531" name="Google Shape;531;p58"/>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2" name="Google Shape;532;p58"/>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533" name="Google Shape;533;p58"/>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4" name="Google Shape;534;p58"/>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535" name="Google Shape;535;p58"/>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536" name="Google Shape;536;p58"/>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537" name="Google Shape;537;p58"/>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538" name="Google Shape;538;p5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39" name="Google Shape;539;p58"/>
          <p:cNvSpPr txBox="1"/>
          <p:nvPr>
            <p:ph idx="1" type="subTitle"/>
          </p:nvPr>
        </p:nvSpPr>
        <p:spPr>
          <a:xfrm>
            <a:off x="903950" y="2149201"/>
            <a:ext cx="2191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40" name="Google Shape;540;p58"/>
          <p:cNvSpPr txBox="1"/>
          <p:nvPr>
            <p:ph idx="2" type="subTitle"/>
          </p:nvPr>
        </p:nvSpPr>
        <p:spPr>
          <a:xfrm>
            <a:off x="3478550" y="2149201"/>
            <a:ext cx="21825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41" name="Google Shape;541;p58"/>
          <p:cNvSpPr txBox="1"/>
          <p:nvPr>
            <p:ph idx="3" type="subTitle"/>
          </p:nvPr>
        </p:nvSpPr>
        <p:spPr>
          <a:xfrm>
            <a:off x="903950" y="3579425"/>
            <a:ext cx="21912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42" name="Google Shape;542;p58"/>
          <p:cNvSpPr txBox="1"/>
          <p:nvPr>
            <p:ph idx="4" type="subTitle"/>
          </p:nvPr>
        </p:nvSpPr>
        <p:spPr>
          <a:xfrm>
            <a:off x="3478550" y="3579425"/>
            <a:ext cx="21825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43" name="Google Shape;543;p58"/>
          <p:cNvSpPr txBox="1"/>
          <p:nvPr>
            <p:ph idx="5" type="subTitle"/>
          </p:nvPr>
        </p:nvSpPr>
        <p:spPr>
          <a:xfrm>
            <a:off x="6048850" y="2149201"/>
            <a:ext cx="2199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44" name="Google Shape;544;p58"/>
          <p:cNvSpPr txBox="1"/>
          <p:nvPr>
            <p:ph idx="6" type="subTitle"/>
          </p:nvPr>
        </p:nvSpPr>
        <p:spPr>
          <a:xfrm>
            <a:off x="6048850" y="3579425"/>
            <a:ext cx="2199900" cy="6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45" name="Google Shape;545;p58"/>
          <p:cNvSpPr txBox="1"/>
          <p:nvPr>
            <p:ph idx="7" type="subTitle"/>
          </p:nvPr>
        </p:nvSpPr>
        <p:spPr>
          <a:xfrm>
            <a:off x="908250" y="1656600"/>
            <a:ext cx="21825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46" name="Google Shape;546;p58"/>
          <p:cNvSpPr txBox="1"/>
          <p:nvPr>
            <p:ph idx="8" type="subTitle"/>
          </p:nvPr>
        </p:nvSpPr>
        <p:spPr>
          <a:xfrm>
            <a:off x="3482836" y="1656600"/>
            <a:ext cx="21738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47" name="Google Shape;547;p58"/>
          <p:cNvSpPr txBox="1"/>
          <p:nvPr>
            <p:ph idx="9" type="subTitle"/>
          </p:nvPr>
        </p:nvSpPr>
        <p:spPr>
          <a:xfrm>
            <a:off x="6053173" y="1656600"/>
            <a:ext cx="21912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48" name="Google Shape;548;p58"/>
          <p:cNvSpPr txBox="1"/>
          <p:nvPr>
            <p:ph idx="13" type="subTitle"/>
          </p:nvPr>
        </p:nvSpPr>
        <p:spPr>
          <a:xfrm>
            <a:off x="908250" y="3086800"/>
            <a:ext cx="21825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49" name="Google Shape;549;p58"/>
          <p:cNvSpPr txBox="1"/>
          <p:nvPr>
            <p:ph idx="14" type="subTitle"/>
          </p:nvPr>
        </p:nvSpPr>
        <p:spPr>
          <a:xfrm>
            <a:off x="3482836" y="3086800"/>
            <a:ext cx="21738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50" name="Google Shape;550;p58"/>
          <p:cNvSpPr txBox="1"/>
          <p:nvPr>
            <p:ph idx="15" type="subTitle"/>
          </p:nvPr>
        </p:nvSpPr>
        <p:spPr>
          <a:xfrm>
            <a:off x="6053173" y="3086800"/>
            <a:ext cx="2191200" cy="4425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2400"/>
              <a:buFont typeface="Bebas Neue"/>
              <a:buNone/>
              <a:defRPr b="1" sz="2000">
                <a:solidFill>
                  <a:schemeClr val="dk2"/>
                </a:solidFill>
                <a:latin typeface="Quicksand"/>
                <a:ea typeface="Quicksand"/>
                <a:cs typeface="Quicksand"/>
                <a:sym typeface="Quicksan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spTree>
      <p:nvGrpSpPr>
        <p:cNvPr id="551" name="Shape 551"/>
        <p:cNvGrpSpPr/>
        <p:nvPr/>
      </p:nvGrpSpPr>
      <p:grpSpPr>
        <a:xfrm>
          <a:off x="0" y="0"/>
          <a:ext cx="0" cy="0"/>
          <a:chOff x="0" y="0"/>
          <a:chExt cx="0" cy="0"/>
        </a:xfrm>
      </p:grpSpPr>
      <p:sp>
        <p:nvSpPr>
          <p:cNvPr id="552" name="Google Shape;552;p59"/>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3" name="Google Shape;553;p59"/>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554" name="Google Shape;554;p59"/>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5" name="Google Shape;555;p59"/>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556" name="Google Shape;556;p59"/>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557" name="Google Shape;557;p59"/>
          <p:cNvSpPr txBox="1"/>
          <p:nvPr>
            <p:ph idx="1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dk2"/>
                </a:solidFill>
              </a:defRPr>
            </a:lvl1pPr>
            <a:lvl2pPr lvl="1" algn="ctr">
              <a:buNone/>
              <a:defRPr>
                <a:solidFill>
                  <a:schemeClr val="dk2"/>
                </a:solidFill>
              </a:defRPr>
            </a:lvl2pPr>
            <a:lvl3pPr lvl="2" algn="ctr">
              <a:buNone/>
              <a:defRPr>
                <a:solidFill>
                  <a:schemeClr val="dk2"/>
                </a:solidFill>
              </a:defRPr>
            </a:lvl3pPr>
            <a:lvl4pPr lvl="3" algn="ctr">
              <a:buNone/>
              <a:defRPr>
                <a:solidFill>
                  <a:schemeClr val="dk2"/>
                </a:solidFill>
              </a:defRPr>
            </a:lvl4pPr>
            <a:lvl5pPr lvl="4" algn="ctr">
              <a:buNone/>
              <a:defRPr>
                <a:solidFill>
                  <a:schemeClr val="dk2"/>
                </a:solidFill>
              </a:defRPr>
            </a:lvl5pPr>
            <a:lvl6pPr lvl="5" algn="ctr">
              <a:buNone/>
              <a:defRPr>
                <a:solidFill>
                  <a:schemeClr val="dk2"/>
                </a:solidFill>
              </a:defRPr>
            </a:lvl6pPr>
            <a:lvl7pPr lvl="6" algn="ctr">
              <a:buNone/>
              <a:defRPr>
                <a:solidFill>
                  <a:schemeClr val="dk2"/>
                </a:solidFill>
              </a:defRPr>
            </a:lvl7pPr>
            <a:lvl8pPr lvl="7" algn="ctr">
              <a:buNone/>
              <a:defRPr>
                <a:solidFill>
                  <a:schemeClr val="dk2"/>
                </a:solidFill>
              </a:defRPr>
            </a:lvl8pPr>
            <a:lvl9pPr lvl="8" algn="ctr">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cxnSp>
        <p:nvCxnSpPr>
          <p:cNvPr id="558" name="Google Shape;558;p59"/>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
        <p:nvSpPr>
          <p:cNvPr id="559" name="Google Shape;559;p59"/>
          <p:cNvSpPr txBox="1"/>
          <p:nvPr>
            <p:ph hasCustomPrompt="1" type="title"/>
          </p:nvPr>
        </p:nvSpPr>
        <p:spPr>
          <a:xfrm>
            <a:off x="2223600" y="552112"/>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560" name="Google Shape;560;p59"/>
          <p:cNvSpPr txBox="1"/>
          <p:nvPr>
            <p:ph idx="1" type="subTitle"/>
          </p:nvPr>
        </p:nvSpPr>
        <p:spPr>
          <a:xfrm>
            <a:off x="2223600" y="1364275"/>
            <a:ext cx="4696800" cy="428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561" name="Google Shape;561;p59"/>
          <p:cNvSpPr txBox="1"/>
          <p:nvPr>
            <p:ph hasCustomPrompt="1" idx="2" type="title"/>
          </p:nvPr>
        </p:nvSpPr>
        <p:spPr>
          <a:xfrm>
            <a:off x="2223600" y="1904368"/>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solidFill>
                  <a:schemeClr val="dk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562" name="Google Shape;562;p59"/>
          <p:cNvSpPr txBox="1"/>
          <p:nvPr>
            <p:ph idx="3" type="subTitle"/>
          </p:nvPr>
        </p:nvSpPr>
        <p:spPr>
          <a:xfrm>
            <a:off x="2223600" y="2716527"/>
            <a:ext cx="4696800" cy="446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563" name="Google Shape;563;p59"/>
          <p:cNvSpPr txBox="1"/>
          <p:nvPr>
            <p:ph hasCustomPrompt="1" idx="4" type="title"/>
          </p:nvPr>
        </p:nvSpPr>
        <p:spPr>
          <a:xfrm>
            <a:off x="2223600" y="3256624"/>
            <a:ext cx="4696800" cy="7689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564" name="Google Shape;564;p59"/>
          <p:cNvSpPr txBox="1"/>
          <p:nvPr>
            <p:ph idx="5" type="subTitle"/>
          </p:nvPr>
        </p:nvSpPr>
        <p:spPr>
          <a:xfrm>
            <a:off x="2223600" y="4068797"/>
            <a:ext cx="4696800" cy="446700"/>
          </a:xfrm>
          <a:prstGeom prst="rect">
            <a:avLst/>
          </a:prstGeom>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565" name="Shape 565"/>
        <p:cNvGrpSpPr/>
        <p:nvPr/>
      </p:nvGrpSpPr>
      <p:grpSpPr>
        <a:xfrm>
          <a:off x="0" y="0"/>
          <a:ext cx="0" cy="0"/>
          <a:chOff x="0" y="0"/>
          <a:chExt cx="0" cy="0"/>
        </a:xfrm>
      </p:grpSpPr>
      <p:sp>
        <p:nvSpPr>
          <p:cNvPr id="566" name="Google Shape;566;p60"/>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60"/>
          <p:cNvSpPr txBox="1"/>
          <p:nvPr>
            <p:ph type="title"/>
          </p:nvPr>
        </p:nvSpPr>
        <p:spPr>
          <a:xfrm>
            <a:off x="2347938" y="540000"/>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sz="7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68" name="Google Shape;568;p60"/>
          <p:cNvSpPr txBox="1"/>
          <p:nvPr>
            <p:ph idx="1" type="subTitle"/>
          </p:nvPr>
        </p:nvSpPr>
        <p:spPr>
          <a:xfrm>
            <a:off x="2347900" y="1717825"/>
            <a:ext cx="4448100" cy="1235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69" name="Google Shape;569;p60"/>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300"/>
              </a:spcBef>
              <a:spcAft>
                <a:spcPts val="0"/>
              </a:spcAft>
              <a:buNone/>
            </a:pPr>
            <a:r>
              <a:rPr lang="en" sz="1200">
                <a:solidFill>
                  <a:schemeClr val="dk1"/>
                </a:solidFill>
                <a:latin typeface="Mulish"/>
                <a:ea typeface="Mulish"/>
                <a:cs typeface="Mulish"/>
                <a:sym typeface="Mulish"/>
              </a:rPr>
              <a:t>CREDITS: This presentation template was created by </a:t>
            </a:r>
            <a:r>
              <a:rPr b="1" lang="en" sz="1200" u="sng">
                <a:solidFill>
                  <a:schemeClr val="dk1"/>
                </a:solidFill>
                <a:latin typeface="Mulish"/>
                <a:ea typeface="Mulish"/>
                <a:cs typeface="Mulish"/>
                <a:sym typeface="Mulish"/>
                <a:hlinkClick r:id="rId2">
                  <a:extLst>
                    <a:ext uri="{A12FA001-AC4F-418D-AE19-62706E023703}">
                      <ahyp:hlinkClr val="tx"/>
                    </a:ext>
                  </a:extLst>
                </a:hlinkClick>
              </a:rPr>
              <a:t>Slidesgo</a:t>
            </a:r>
            <a:r>
              <a:rPr b="1" lang="en" sz="1200">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includes icons by</a:t>
            </a:r>
            <a:r>
              <a:rPr b="1" lang="en" sz="1200">
                <a:solidFill>
                  <a:schemeClr val="dk1"/>
                </a:solidFill>
                <a:latin typeface="Mulish"/>
                <a:ea typeface="Mulish"/>
                <a:cs typeface="Mulish"/>
                <a:sym typeface="Mulish"/>
              </a:rPr>
              <a:t> </a:t>
            </a:r>
            <a:r>
              <a:rPr b="1" lang="en" sz="1200" u="sng">
                <a:solidFill>
                  <a:schemeClr val="dk1"/>
                </a:solidFill>
                <a:latin typeface="Mulish"/>
                <a:ea typeface="Mulish"/>
                <a:cs typeface="Mulish"/>
                <a:sym typeface="Mulish"/>
                <a:hlinkClick r:id="rId3">
                  <a:extLst>
                    <a:ext uri="{A12FA001-AC4F-418D-AE19-62706E023703}">
                      <ahyp:hlinkClr val="tx"/>
                    </a:ext>
                  </a:extLst>
                </a:hlinkClick>
              </a:rPr>
              <a:t>Flaticon</a:t>
            </a:r>
            <a:r>
              <a:rPr b="1" lang="en" sz="1200">
                <a:solidFill>
                  <a:schemeClr val="dk1"/>
                </a:solidFill>
                <a:latin typeface="Mulish"/>
                <a:ea typeface="Mulish"/>
                <a:cs typeface="Mulish"/>
                <a:sym typeface="Mulish"/>
              </a:rPr>
              <a:t>,</a:t>
            </a:r>
            <a:r>
              <a:rPr lang="en" sz="1200">
                <a:solidFill>
                  <a:schemeClr val="dk1"/>
                </a:solidFill>
                <a:latin typeface="Mulish"/>
                <a:ea typeface="Mulish"/>
                <a:cs typeface="Mulish"/>
                <a:sym typeface="Mulish"/>
              </a:rPr>
              <a:t> and infographics &amp; images by </a:t>
            </a:r>
            <a:r>
              <a:rPr b="1" lang="en" sz="1200" u="sng">
                <a:solidFill>
                  <a:schemeClr val="dk1"/>
                </a:solidFill>
                <a:latin typeface="Mulish"/>
                <a:ea typeface="Mulish"/>
                <a:cs typeface="Mulish"/>
                <a:sym typeface="Mulish"/>
                <a:hlinkClick r:id="rId4">
                  <a:extLst>
                    <a:ext uri="{A12FA001-AC4F-418D-AE19-62706E023703}">
                      <ahyp:hlinkClr val="tx"/>
                    </a:ext>
                  </a:extLst>
                </a:hlinkClick>
              </a:rPr>
              <a:t>Freepik</a:t>
            </a:r>
            <a:r>
              <a:rPr b="1" lang="en" sz="1200" u="sng">
                <a:solidFill>
                  <a:schemeClr val="dk1"/>
                </a:solidFill>
                <a:latin typeface="Mulish"/>
                <a:ea typeface="Mulish"/>
                <a:cs typeface="Mulish"/>
                <a:sym typeface="Mulish"/>
              </a:rPr>
              <a:t> </a:t>
            </a:r>
            <a:endParaRPr b="1" sz="1200" u="sng">
              <a:solidFill>
                <a:schemeClr val="dk1"/>
              </a:solidFill>
              <a:latin typeface="Mulish"/>
              <a:ea typeface="Mulish"/>
              <a:cs typeface="Mulish"/>
              <a:sym typeface="Mulish"/>
            </a:endParaRPr>
          </a:p>
        </p:txBody>
      </p:sp>
      <p:cxnSp>
        <p:nvCxnSpPr>
          <p:cNvPr id="570" name="Google Shape;570;p60"/>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571" name="Google Shape;571;p60"/>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2" name="Google Shape;572;p60"/>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573" name="Google Shape;573;p60"/>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574" name="Shape 574"/>
        <p:cNvGrpSpPr/>
        <p:nvPr/>
      </p:nvGrpSpPr>
      <p:grpSpPr>
        <a:xfrm>
          <a:off x="0" y="0"/>
          <a:ext cx="0" cy="0"/>
          <a:chOff x="0" y="0"/>
          <a:chExt cx="0" cy="0"/>
        </a:xfrm>
      </p:grpSpPr>
      <p:sp>
        <p:nvSpPr>
          <p:cNvPr id="575" name="Google Shape;575;p61"/>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6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cxnSp>
        <p:nvCxnSpPr>
          <p:cNvPr id="577" name="Google Shape;577;p61"/>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578" name="Google Shape;578;p61"/>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9" name="Google Shape;579;p61"/>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580" name="Google Shape;580;p61"/>
          <p:cNvCxnSpPr/>
          <p:nvPr/>
        </p:nvCxnSpPr>
        <p:spPr>
          <a:xfrm>
            <a:off x="382650" y="4798838"/>
            <a:ext cx="3803400" cy="0"/>
          </a:xfrm>
          <a:prstGeom prst="straightConnector1">
            <a:avLst/>
          </a:prstGeom>
          <a:noFill/>
          <a:ln cap="flat" cmpd="sng" w="19050">
            <a:solidFill>
              <a:schemeClr val="lt1"/>
            </a:solidFill>
            <a:prstDash val="solid"/>
            <a:round/>
            <a:headEnd len="med" w="med" type="oval"/>
            <a:tailEnd len="med" w="med" type="none"/>
          </a:ln>
        </p:spPr>
      </p:cxnSp>
      <p:sp>
        <p:nvSpPr>
          <p:cNvPr id="581" name="Google Shape;581;p61"/>
          <p:cNvSpPr txBox="1"/>
          <p:nvPr>
            <p:ph idx="2" type="sldNum"/>
          </p:nvPr>
        </p:nvSpPr>
        <p:spPr>
          <a:xfrm>
            <a:off x="4297650" y="4602875"/>
            <a:ext cx="548700" cy="333600"/>
          </a:xfrm>
          <a:prstGeom prst="rect">
            <a:avLst/>
          </a:prstGeom>
        </p:spPr>
        <p:txBody>
          <a:bodyPr anchorCtr="0" anchor="t" bIns="91425" lIns="91425" spcFirstLastPara="1" rIns="91425" wrap="square" tIns="91425">
            <a:noAutofit/>
          </a:bodyPr>
          <a:lstStyle>
            <a:lvl1pPr lvl="0" algn="ctr">
              <a:buNone/>
              <a:defRPr>
                <a:solidFill>
                  <a:schemeClr val="lt1"/>
                </a:solidFill>
              </a:defRPr>
            </a:lvl1pPr>
            <a:lvl2pPr lvl="1" algn="ctr">
              <a:buNone/>
              <a:defRPr>
                <a:solidFill>
                  <a:schemeClr val="lt1"/>
                </a:solidFill>
              </a:defRPr>
            </a:lvl2pPr>
            <a:lvl3pPr lvl="2" algn="ctr">
              <a:buNone/>
              <a:defRPr>
                <a:solidFill>
                  <a:schemeClr val="lt1"/>
                </a:solidFill>
              </a:defRPr>
            </a:lvl3pPr>
            <a:lvl4pPr lvl="3" algn="ctr">
              <a:buNone/>
              <a:defRPr>
                <a:solidFill>
                  <a:schemeClr val="lt1"/>
                </a:solidFill>
              </a:defRPr>
            </a:lvl4pPr>
            <a:lvl5pPr lvl="4" algn="ctr">
              <a:buNone/>
              <a:defRPr>
                <a:solidFill>
                  <a:schemeClr val="lt1"/>
                </a:solidFill>
              </a:defRPr>
            </a:lvl5pPr>
            <a:lvl6pPr lvl="5" algn="ctr">
              <a:buNone/>
              <a:defRPr>
                <a:solidFill>
                  <a:schemeClr val="lt1"/>
                </a:solidFill>
              </a:defRPr>
            </a:lvl6pPr>
            <a:lvl7pPr lvl="6" algn="ctr">
              <a:buNone/>
              <a:defRPr>
                <a:solidFill>
                  <a:schemeClr val="lt1"/>
                </a:solidFill>
              </a:defRPr>
            </a:lvl7pPr>
            <a:lvl8pPr lvl="7" algn="ctr">
              <a:buNone/>
              <a:defRPr>
                <a:solidFill>
                  <a:schemeClr val="lt1"/>
                </a:solidFill>
              </a:defRPr>
            </a:lvl8pPr>
            <a:lvl9pPr lvl="8" algn="ctr">
              <a:buNone/>
              <a:defRPr>
                <a:solidFill>
                  <a:schemeClr val="lt1"/>
                </a:solidFill>
              </a:defRPr>
            </a:lvl9pPr>
          </a:lstStyle>
          <a:p>
            <a:pPr indent="0" lvl="0" marL="0" rtl="0" algn="ctr">
              <a:spcBef>
                <a:spcPts val="0"/>
              </a:spcBef>
              <a:spcAft>
                <a:spcPts val="0"/>
              </a:spcAft>
              <a:buNone/>
            </a:pPr>
            <a:fld id="{00000000-1234-1234-1234-123412341234}" type="slidenum">
              <a:rPr lang="en"/>
              <a:t>‹#›</a:t>
            </a:fld>
            <a:endParaRPr/>
          </a:p>
        </p:txBody>
      </p:sp>
      <p:cxnSp>
        <p:nvCxnSpPr>
          <p:cNvPr id="582" name="Google Shape;582;p61"/>
          <p:cNvCxnSpPr/>
          <p:nvPr/>
        </p:nvCxnSpPr>
        <p:spPr>
          <a:xfrm>
            <a:off x="4957950" y="4798838"/>
            <a:ext cx="38034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
    <p:spTree>
      <p:nvGrpSpPr>
        <p:cNvPr id="583" name="Shape 583"/>
        <p:cNvGrpSpPr/>
        <p:nvPr/>
      </p:nvGrpSpPr>
      <p:grpSpPr>
        <a:xfrm>
          <a:off x="0" y="0"/>
          <a:ext cx="0" cy="0"/>
          <a:chOff x="0" y="0"/>
          <a:chExt cx="0" cy="0"/>
        </a:xfrm>
      </p:grpSpPr>
      <p:sp>
        <p:nvSpPr>
          <p:cNvPr id="584" name="Google Shape;584;p6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85" name="Google Shape;585;p62"/>
          <p:cNvSpPr/>
          <p:nvPr/>
        </p:nvSpPr>
        <p:spPr>
          <a:xfrm>
            <a:off x="145950" y="149100"/>
            <a:ext cx="8852100" cy="4845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6" name="Google Shape;586;p62"/>
          <p:cNvCxnSpPr/>
          <p:nvPr/>
        </p:nvCxnSpPr>
        <p:spPr>
          <a:xfrm>
            <a:off x="382625" y="339563"/>
            <a:ext cx="3803400" cy="0"/>
          </a:xfrm>
          <a:prstGeom prst="straightConnector1">
            <a:avLst/>
          </a:prstGeom>
          <a:noFill/>
          <a:ln cap="flat" cmpd="sng" w="19050">
            <a:solidFill>
              <a:schemeClr val="lt1"/>
            </a:solidFill>
            <a:prstDash val="solid"/>
            <a:round/>
            <a:headEnd len="med" w="med" type="oval"/>
            <a:tailEnd len="med" w="med" type="none"/>
          </a:ln>
        </p:spPr>
      </p:cxnSp>
      <p:sp>
        <p:nvSpPr>
          <p:cNvPr id="587" name="Google Shape;587;p62"/>
          <p:cNvSpPr/>
          <p:nvPr/>
        </p:nvSpPr>
        <p:spPr>
          <a:xfrm>
            <a:off x="4452300" y="219875"/>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8" name="Google Shape;588;p62"/>
          <p:cNvCxnSpPr/>
          <p:nvPr/>
        </p:nvCxnSpPr>
        <p:spPr>
          <a:xfrm>
            <a:off x="4957925" y="339563"/>
            <a:ext cx="3803400" cy="0"/>
          </a:xfrm>
          <a:prstGeom prst="straightConnector1">
            <a:avLst/>
          </a:prstGeom>
          <a:noFill/>
          <a:ln cap="flat" cmpd="sng" w="19050">
            <a:solidFill>
              <a:schemeClr val="lt1"/>
            </a:solidFill>
            <a:prstDash val="solid"/>
            <a:round/>
            <a:headEnd len="med" w="med" type="none"/>
            <a:tailEnd len="med" w="med" type="oval"/>
          </a:ln>
        </p:spPr>
      </p:cxnSp>
      <p:cxnSp>
        <p:nvCxnSpPr>
          <p:cNvPr id="589" name="Google Shape;589;p62"/>
          <p:cNvCxnSpPr/>
          <p:nvPr/>
        </p:nvCxnSpPr>
        <p:spPr>
          <a:xfrm flipH="1" rot="10800000">
            <a:off x="347659" y="4749851"/>
            <a:ext cx="8448600" cy="33000"/>
          </a:xfrm>
          <a:prstGeom prst="straightConnector1">
            <a:avLst/>
          </a:prstGeom>
          <a:noFill/>
          <a:ln cap="flat" cmpd="sng" w="19050">
            <a:solidFill>
              <a:schemeClr val="lt1"/>
            </a:solidFill>
            <a:prstDash val="solid"/>
            <a:round/>
            <a:headEnd len="med" w="med" type="oval"/>
            <a:tailEnd len="med" w="med" type="oval"/>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5" Type="http://schemas.openxmlformats.org/officeDocument/2006/relationships/theme" Target="../theme/theme4.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5.xml"/><Relationship Id="rId22" Type="http://schemas.openxmlformats.org/officeDocument/2006/relationships/slideLayout" Target="../slideLayouts/slideLayout57.xml"/><Relationship Id="rId21" Type="http://schemas.openxmlformats.org/officeDocument/2006/relationships/slideLayout" Target="../slideLayouts/slideLayout56.xml"/><Relationship Id="rId24" Type="http://schemas.openxmlformats.org/officeDocument/2006/relationships/slideLayout" Target="../slideLayouts/slideLayout59.xml"/><Relationship Id="rId23" Type="http://schemas.openxmlformats.org/officeDocument/2006/relationships/slideLayout" Target="../slideLayouts/slideLayout58.xml"/><Relationship Id="rId1" Type="http://schemas.openxmlformats.org/officeDocument/2006/relationships/slideLayout" Target="../slideLayouts/slideLayout36.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9" Type="http://schemas.openxmlformats.org/officeDocument/2006/relationships/slideLayout" Target="../slideLayouts/slideLayout44.xml"/><Relationship Id="rId25" Type="http://schemas.openxmlformats.org/officeDocument/2006/relationships/theme" Target="../theme/theme2.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11" Type="http://schemas.openxmlformats.org/officeDocument/2006/relationships/slideLayout" Target="../slideLayouts/slideLayout46.xml"/><Relationship Id="rId10" Type="http://schemas.openxmlformats.org/officeDocument/2006/relationships/slideLayout" Target="../slideLayouts/slideLayout45.xml"/><Relationship Id="rId13" Type="http://schemas.openxmlformats.org/officeDocument/2006/relationships/slideLayout" Target="../slideLayouts/slideLayout48.xml"/><Relationship Id="rId12" Type="http://schemas.openxmlformats.org/officeDocument/2006/relationships/slideLayout" Target="../slideLayouts/slideLayout47.xml"/><Relationship Id="rId15" Type="http://schemas.openxmlformats.org/officeDocument/2006/relationships/slideLayout" Target="../slideLayouts/slideLayout50.xml"/><Relationship Id="rId14" Type="http://schemas.openxmlformats.org/officeDocument/2006/relationships/slideLayout" Target="../slideLayouts/slideLayout49.xml"/><Relationship Id="rId17" Type="http://schemas.openxmlformats.org/officeDocument/2006/relationships/slideLayout" Target="../slideLayouts/slideLayout52.xml"/><Relationship Id="rId16" Type="http://schemas.openxmlformats.org/officeDocument/2006/relationships/slideLayout" Target="../slideLayouts/slideLayout51.xml"/><Relationship Id="rId19" Type="http://schemas.openxmlformats.org/officeDocument/2006/relationships/slideLayout" Target="../slideLayouts/slideLayout54.xml"/><Relationship Id="rId18"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1pPr>
            <a:lvl2pPr lvl="1">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2pPr>
            <a:lvl3pPr lvl="2">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3pPr>
            <a:lvl4pPr lvl="3">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4pPr>
            <a:lvl5pPr lvl="4">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5pPr>
            <a:lvl6pPr lvl="5">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6pPr>
            <a:lvl7pPr lvl="6">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7pPr>
            <a:lvl8pPr lvl="7">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8pPr>
            <a:lvl9pPr lvl="8">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9pPr>
          </a:lstStyle>
          <a:p/>
        </p:txBody>
      </p:sp>
      <p:sp>
        <p:nvSpPr>
          <p:cNvPr id="52" name="Google Shape;52;p13"/>
          <p:cNvSpPr txBox="1"/>
          <p:nvPr>
            <p:ph idx="1" type="body"/>
          </p:nvPr>
        </p:nvSpPr>
        <p:spPr>
          <a:xfrm>
            <a:off x="713400"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indent="-317500" lvl="1" marL="914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2pPr>
            <a:lvl3pPr indent="-317500" lvl="2" marL="1371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3pPr>
            <a:lvl4pPr indent="-317500" lvl="3" marL="18288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4pPr>
            <a:lvl5pPr indent="-317500" lvl="4" marL="22860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5pPr>
            <a:lvl6pPr indent="-317500" lvl="5" marL="27432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6pPr>
            <a:lvl7pPr indent="-317500" lvl="6" marL="3200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7pPr>
            <a:lvl8pPr indent="-317500" lvl="7" marL="3657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8pPr>
            <a:lvl9pPr indent="-317500" lvl="8" marL="4114800">
              <a:lnSpc>
                <a:spcPct val="115000"/>
              </a:lnSpc>
              <a:spcBef>
                <a:spcPts val="1600"/>
              </a:spcBef>
              <a:spcAft>
                <a:spcPts val="1600"/>
              </a:spcAft>
              <a:buClr>
                <a:schemeClr val="dk1"/>
              </a:buClr>
              <a:buSzPts val="1400"/>
              <a:buFont typeface="Mulish"/>
              <a:buChar char="■"/>
              <a:defRPr>
                <a:solidFill>
                  <a:schemeClr val="dk1"/>
                </a:solidFill>
                <a:latin typeface="Mulish"/>
                <a:ea typeface="Mulish"/>
                <a:cs typeface="Mulish"/>
                <a:sym typeface="Mulish"/>
              </a:defRPr>
            </a:lvl9pPr>
          </a:lstStyle>
          <a:p/>
        </p:txBody>
      </p:sp>
      <p:sp>
        <p:nvSpPr>
          <p:cNvPr id="53" name="Google Shape;53;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Mulish"/>
                <a:ea typeface="Mulish"/>
                <a:cs typeface="Mulish"/>
                <a:sym typeface="Mulish"/>
              </a:defRPr>
            </a:lvl1pPr>
            <a:lvl2pPr lvl="1" algn="r">
              <a:buNone/>
              <a:defRPr sz="1300">
                <a:solidFill>
                  <a:schemeClr val="dk1"/>
                </a:solidFill>
                <a:latin typeface="Mulish"/>
                <a:ea typeface="Mulish"/>
                <a:cs typeface="Mulish"/>
                <a:sym typeface="Mulish"/>
              </a:defRPr>
            </a:lvl2pPr>
            <a:lvl3pPr lvl="2" algn="r">
              <a:buNone/>
              <a:defRPr sz="1300">
                <a:solidFill>
                  <a:schemeClr val="dk1"/>
                </a:solidFill>
                <a:latin typeface="Mulish"/>
                <a:ea typeface="Mulish"/>
                <a:cs typeface="Mulish"/>
                <a:sym typeface="Mulish"/>
              </a:defRPr>
            </a:lvl3pPr>
            <a:lvl4pPr lvl="3" algn="r">
              <a:buNone/>
              <a:defRPr sz="1300">
                <a:solidFill>
                  <a:schemeClr val="dk1"/>
                </a:solidFill>
                <a:latin typeface="Mulish"/>
                <a:ea typeface="Mulish"/>
                <a:cs typeface="Mulish"/>
                <a:sym typeface="Mulish"/>
              </a:defRPr>
            </a:lvl4pPr>
            <a:lvl5pPr lvl="4" algn="r">
              <a:buNone/>
              <a:defRPr sz="1300">
                <a:solidFill>
                  <a:schemeClr val="dk1"/>
                </a:solidFill>
                <a:latin typeface="Mulish"/>
                <a:ea typeface="Mulish"/>
                <a:cs typeface="Mulish"/>
                <a:sym typeface="Mulish"/>
              </a:defRPr>
            </a:lvl5pPr>
            <a:lvl6pPr lvl="5" algn="r">
              <a:buNone/>
              <a:defRPr sz="1300">
                <a:solidFill>
                  <a:schemeClr val="dk1"/>
                </a:solidFill>
                <a:latin typeface="Mulish"/>
                <a:ea typeface="Mulish"/>
                <a:cs typeface="Mulish"/>
                <a:sym typeface="Mulish"/>
              </a:defRPr>
            </a:lvl6pPr>
            <a:lvl7pPr lvl="6" algn="r">
              <a:buNone/>
              <a:defRPr sz="1300">
                <a:solidFill>
                  <a:schemeClr val="dk1"/>
                </a:solidFill>
                <a:latin typeface="Mulish"/>
                <a:ea typeface="Mulish"/>
                <a:cs typeface="Mulish"/>
                <a:sym typeface="Mulish"/>
              </a:defRPr>
            </a:lvl7pPr>
            <a:lvl8pPr lvl="7" algn="r">
              <a:buNone/>
              <a:defRPr sz="1300">
                <a:solidFill>
                  <a:schemeClr val="dk1"/>
                </a:solidFill>
                <a:latin typeface="Mulish"/>
                <a:ea typeface="Mulish"/>
                <a:cs typeface="Mulish"/>
                <a:sym typeface="Mulish"/>
              </a:defRPr>
            </a:lvl8pPr>
            <a:lvl9pPr lvl="8" algn="r">
              <a:buNone/>
              <a:defRPr sz="1300">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20" name="Shape 320"/>
        <p:cNvGrpSpPr/>
        <p:nvPr/>
      </p:nvGrpSpPr>
      <p:grpSpPr>
        <a:xfrm>
          <a:off x="0" y="0"/>
          <a:ext cx="0" cy="0"/>
          <a:chOff x="0" y="0"/>
          <a:chExt cx="0" cy="0"/>
        </a:xfrm>
      </p:grpSpPr>
      <p:sp>
        <p:nvSpPr>
          <p:cNvPr id="321" name="Google Shape;321;p38"/>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1pPr>
            <a:lvl2pPr lvl="1">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2pPr>
            <a:lvl3pPr lvl="2">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3pPr>
            <a:lvl4pPr lvl="3">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4pPr>
            <a:lvl5pPr lvl="4">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5pPr>
            <a:lvl6pPr lvl="5">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6pPr>
            <a:lvl7pPr lvl="6">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7pPr>
            <a:lvl8pPr lvl="7">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8pPr>
            <a:lvl9pPr lvl="8">
              <a:spcBef>
                <a:spcPts val="0"/>
              </a:spcBef>
              <a:spcAft>
                <a:spcPts val="0"/>
              </a:spcAft>
              <a:buClr>
                <a:schemeClr val="dk1"/>
              </a:buClr>
              <a:buSzPts val="3000"/>
              <a:buFont typeface="Quicksand"/>
              <a:buNone/>
              <a:defRPr b="1" sz="3000">
                <a:solidFill>
                  <a:schemeClr val="dk1"/>
                </a:solidFill>
                <a:latin typeface="Quicksand"/>
                <a:ea typeface="Quicksand"/>
                <a:cs typeface="Quicksand"/>
                <a:sym typeface="Quicksand"/>
              </a:defRPr>
            </a:lvl9pPr>
          </a:lstStyle>
          <a:p/>
        </p:txBody>
      </p:sp>
      <p:sp>
        <p:nvSpPr>
          <p:cNvPr id="322" name="Google Shape;322;p38"/>
          <p:cNvSpPr txBox="1"/>
          <p:nvPr>
            <p:ph idx="1" type="body"/>
          </p:nvPr>
        </p:nvSpPr>
        <p:spPr>
          <a:xfrm>
            <a:off x="713400"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indent="-317500" lvl="1" marL="914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2pPr>
            <a:lvl3pPr indent="-317500" lvl="2" marL="1371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3pPr>
            <a:lvl4pPr indent="-317500" lvl="3" marL="18288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4pPr>
            <a:lvl5pPr indent="-317500" lvl="4" marL="22860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5pPr>
            <a:lvl6pPr indent="-317500" lvl="5" marL="27432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6pPr>
            <a:lvl7pPr indent="-317500" lvl="6" marL="3200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7pPr>
            <a:lvl8pPr indent="-317500" lvl="7" marL="3657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8pPr>
            <a:lvl9pPr indent="-317500" lvl="8" marL="4114800">
              <a:lnSpc>
                <a:spcPct val="115000"/>
              </a:lnSpc>
              <a:spcBef>
                <a:spcPts val="1600"/>
              </a:spcBef>
              <a:spcAft>
                <a:spcPts val="1600"/>
              </a:spcAft>
              <a:buClr>
                <a:schemeClr val="dk1"/>
              </a:buClr>
              <a:buSzPts val="1400"/>
              <a:buFont typeface="Mulish"/>
              <a:buChar char="■"/>
              <a:defRPr>
                <a:solidFill>
                  <a:schemeClr val="dk1"/>
                </a:solidFill>
                <a:latin typeface="Mulish"/>
                <a:ea typeface="Mulish"/>
                <a:cs typeface="Mulish"/>
                <a:sym typeface="Mulish"/>
              </a:defRPr>
            </a:lvl9pPr>
          </a:lstStyle>
          <a:p/>
        </p:txBody>
      </p:sp>
      <p:sp>
        <p:nvSpPr>
          <p:cNvPr id="323" name="Google Shape;323;p3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Mulish"/>
                <a:ea typeface="Mulish"/>
                <a:cs typeface="Mulish"/>
                <a:sym typeface="Mulish"/>
              </a:defRPr>
            </a:lvl1pPr>
            <a:lvl2pPr lvl="1" algn="r">
              <a:buNone/>
              <a:defRPr sz="1300">
                <a:solidFill>
                  <a:schemeClr val="dk1"/>
                </a:solidFill>
                <a:latin typeface="Mulish"/>
                <a:ea typeface="Mulish"/>
                <a:cs typeface="Mulish"/>
                <a:sym typeface="Mulish"/>
              </a:defRPr>
            </a:lvl2pPr>
            <a:lvl3pPr lvl="2" algn="r">
              <a:buNone/>
              <a:defRPr sz="1300">
                <a:solidFill>
                  <a:schemeClr val="dk1"/>
                </a:solidFill>
                <a:latin typeface="Mulish"/>
                <a:ea typeface="Mulish"/>
                <a:cs typeface="Mulish"/>
                <a:sym typeface="Mulish"/>
              </a:defRPr>
            </a:lvl3pPr>
            <a:lvl4pPr lvl="3" algn="r">
              <a:buNone/>
              <a:defRPr sz="1300">
                <a:solidFill>
                  <a:schemeClr val="dk1"/>
                </a:solidFill>
                <a:latin typeface="Mulish"/>
                <a:ea typeface="Mulish"/>
                <a:cs typeface="Mulish"/>
                <a:sym typeface="Mulish"/>
              </a:defRPr>
            </a:lvl4pPr>
            <a:lvl5pPr lvl="4" algn="r">
              <a:buNone/>
              <a:defRPr sz="1300">
                <a:solidFill>
                  <a:schemeClr val="dk1"/>
                </a:solidFill>
                <a:latin typeface="Mulish"/>
                <a:ea typeface="Mulish"/>
                <a:cs typeface="Mulish"/>
                <a:sym typeface="Mulish"/>
              </a:defRPr>
            </a:lvl5pPr>
            <a:lvl6pPr lvl="5" algn="r">
              <a:buNone/>
              <a:defRPr sz="1300">
                <a:solidFill>
                  <a:schemeClr val="dk1"/>
                </a:solidFill>
                <a:latin typeface="Mulish"/>
                <a:ea typeface="Mulish"/>
                <a:cs typeface="Mulish"/>
                <a:sym typeface="Mulish"/>
              </a:defRPr>
            </a:lvl6pPr>
            <a:lvl7pPr lvl="6" algn="r">
              <a:buNone/>
              <a:defRPr sz="1300">
                <a:solidFill>
                  <a:schemeClr val="dk1"/>
                </a:solidFill>
                <a:latin typeface="Mulish"/>
                <a:ea typeface="Mulish"/>
                <a:cs typeface="Mulish"/>
                <a:sym typeface="Mulish"/>
              </a:defRPr>
            </a:lvl7pPr>
            <a:lvl8pPr lvl="7" algn="r">
              <a:buNone/>
              <a:defRPr sz="1300">
                <a:solidFill>
                  <a:schemeClr val="dk1"/>
                </a:solidFill>
                <a:latin typeface="Mulish"/>
                <a:ea typeface="Mulish"/>
                <a:cs typeface="Mulish"/>
                <a:sym typeface="Mulish"/>
              </a:defRPr>
            </a:lvl8pPr>
            <a:lvl9pPr lvl="8" algn="r">
              <a:buNone/>
              <a:defRPr sz="1300">
                <a:solidFill>
                  <a:schemeClr val="dk1"/>
                </a:solidFill>
                <a:latin typeface="Mulish"/>
                <a:ea typeface="Mulish"/>
                <a:cs typeface="Mulish"/>
                <a:sym typeface="Mulish"/>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 id="2147483704" r:id="rId22"/>
    <p:sldLayoutId id="2147483705" r:id="rId23"/>
    <p:sldLayoutId id="2147483706"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1.xml"/><Relationship Id="rId3"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10.png"/><Relationship Id="rId6" Type="http://schemas.openxmlformats.org/officeDocument/2006/relationships/image" Target="../media/image6.png"/><Relationship Id="rId7" Type="http://schemas.openxmlformats.org/officeDocument/2006/relationships/image" Target="../media/image5.png"/><Relationship Id="rId8"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3" name="Shape 593"/>
        <p:cNvGrpSpPr/>
        <p:nvPr/>
      </p:nvGrpSpPr>
      <p:grpSpPr>
        <a:xfrm>
          <a:off x="0" y="0"/>
          <a:ext cx="0" cy="0"/>
          <a:chOff x="0" y="0"/>
          <a:chExt cx="0" cy="0"/>
        </a:xfrm>
      </p:grpSpPr>
      <p:sp>
        <p:nvSpPr>
          <p:cNvPr id="594" name="Google Shape;594;p63"/>
          <p:cNvSpPr txBox="1"/>
          <p:nvPr>
            <p:ph type="ctrTitle"/>
          </p:nvPr>
        </p:nvSpPr>
        <p:spPr>
          <a:xfrm>
            <a:off x="1155300" y="1159825"/>
            <a:ext cx="6850500" cy="1765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b="1" sz="4800"/>
          </a:p>
          <a:p>
            <a:pPr indent="0" lvl="0" marL="0" rtl="0" algn="ctr">
              <a:spcBef>
                <a:spcPts val="0"/>
              </a:spcBef>
              <a:spcAft>
                <a:spcPts val="0"/>
              </a:spcAft>
              <a:buNone/>
            </a:pPr>
            <a:r>
              <a:rPr b="1" lang="en" sz="4800"/>
              <a:t>Spotify Hit Prediction</a:t>
            </a:r>
            <a:endParaRPr b="1" sz="4800"/>
          </a:p>
          <a:p>
            <a:pPr indent="0" lvl="0" marL="0" rtl="0" algn="ctr">
              <a:spcBef>
                <a:spcPts val="0"/>
              </a:spcBef>
              <a:spcAft>
                <a:spcPts val="0"/>
              </a:spcAft>
              <a:buNone/>
            </a:pPr>
            <a:r>
              <a:rPr b="1" lang="en" sz="3500"/>
              <a:t>Group 17 Stat 451</a:t>
            </a:r>
            <a:endParaRPr b="1" sz="3500"/>
          </a:p>
          <a:p>
            <a:pPr indent="0" lvl="0" marL="0" rtl="0" algn="ctr">
              <a:spcBef>
                <a:spcPts val="0"/>
              </a:spcBef>
              <a:spcAft>
                <a:spcPts val="0"/>
              </a:spcAft>
              <a:buNone/>
            </a:pPr>
            <a:r>
              <a:rPr b="1" lang="en" sz="5000"/>
              <a:t> </a:t>
            </a:r>
            <a:endParaRPr b="1" sz="5000">
              <a:solidFill>
                <a:schemeClr val="dk2"/>
              </a:solidFill>
            </a:endParaRPr>
          </a:p>
        </p:txBody>
      </p:sp>
      <p:sp>
        <p:nvSpPr>
          <p:cNvPr id="595" name="Google Shape;595;p63"/>
          <p:cNvSpPr txBox="1"/>
          <p:nvPr>
            <p:ph idx="1" type="subTitle"/>
          </p:nvPr>
        </p:nvSpPr>
        <p:spPr>
          <a:xfrm>
            <a:off x="1111850" y="3026600"/>
            <a:ext cx="7056900" cy="47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435D74"/>
                </a:solidFill>
              </a:rPr>
              <a:t>Alex Wong, Aradhya Gupta, Bobby Bui, Mia Patil, Xinwei Chen</a:t>
            </a:r>
            <a:endParaRPr b="1">
              <a:solidFill>
                <a:srgbClr val="435D74"/>
              </a:solidFill>
            </a:endParaRPr>
          </a:p>
          <a:p>
            <a:pPr indent="0" lvl="0" marL="0" rtl="0" algn="ctr">
              <a:spcBef>
                <a:spcPts val="0"/>
              </a:spcBef>
              <a:spcAft>
                <a:spcPts val="0"/>
              </a:spcAft>
              <a:buNone/>
            </a:pPr>
            <a:r>
              <a:t/>
            </a:r>
            <a:endParaRPr b="1">
              <a:solidFill>
                <a:srgbClr val="435D74"/>
              </a:solidFill>
            </a:endParaRPr>
          </a:p>
        </p:txBody>
      </p:sp>
      <p:cxnSp>
        <p:nvCxnSpPr>
          <p:cNvPr id="596" name="Google Shape;596;p63"/>
          <p:cNvCxnSpPr/>
          <p:nvPr/>
        </p:nvCxnSpPr>
        <p:spPr>
          <a:xfrm flipH="1" rot="10800000">
            <a:off x="1600600" y="2740363"/>
            <a:ext cx="5942700" cy="6600"/>
          </a:xfrm>
          <a:prstGeom prst="straightConnector1">
            <a:avLst/>
          </a:prstGeom>
          <a:noFill/>
          <a:ln cap="flat" cmpd="sng" w="19050">
            <a:solidFill>
              <a:schemeClr val="lt1"/>
            </a:solidFill>
            <a:prstDash val="solid"/>
            <a:round/>
            <a:headEnd len="med" w="med" type="oval"/>
            <a:tailEnd len="med" w="med" type="oval"/>
          </a:ln>
        </p:spPr>
      </p:cxnSp>
      <p:cxnSp>
        <p:nvCxnSpPr>
          <p:cNvPr id="597" name="Google Shape;597;p63"/>
          <p:cNvCxnSpPr/>
          <p:nvPr/>
        </p:nvCxnSpPr>
        <p:spPr>
          <a:xfrm flipH="1" rot="10800000">
            <a:off x="1600600" y="1153213"/>
            <a:ext cx="5942700" cy="6600"/>
          </a:xfrm>
          <a:prstGeom prst="straightConnector1">
            <a:avLst/>
          </a:prstGeom>
          <a:noFill/>
          <a:ln cap="flat" cmpd="sng" w="19050">
            <a:solidFill>
              <a:schemeClr val="lt1"/>
            </a:solidFill>
            <a:prstDash val="solid"/>
            <a:round/>
            <a:headEnd len="med" w="med" type="oval"/>
            <a:tailEnd len="med" w="med" type="oval"/>
          </a:ln>
        </p:spPr>
      </p:cxnSp>
      <p:sp>
        <p:nvSpPr>
          <p:cNvPr id="598" name="Google Shape;598;p63"/>
          <p:cNvSpPr/>
          <p:nvPr/>
        </p:nvSpPr>
        <p:spPr>
          <a:xfrm>
            <a:off x="1023550" y="1830388"/>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63"/>
          <p:cNvSpPr/>
          <p:nvPr/>
        </p:nvSpPr>
        <p:spPr>
          <a:xfrm>
            <a:off x="7766400" y="1830388"/>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64"/>
          <p:cNvSpPr txBox="1"/>
          <p:nvPr>
            <p:ph type="title"/>
          </p:nvPr>
        </p:nvSpPr>
        <p:spPr>
          <a:xfrm>
            <a:off x="532425" y="4944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Spotify Hits Predictor Dataset </a:t>
            </a:r>
            <a:endParaRPr sz="2500"/>
          </a:p>
        </p:txBody>
      </p:sp>
      <p:sp>
        <p:nvSpPr>
          <p:cNvPr id="605" name="Google Shape;605;p64"/>
          <p:cNvSpPr txBox="1"/>
          <p:nvPr/>
        </p:nvSpPr>
        <p:spPr>
          <a:xfrm>
            <a:off x="532425" y="1367675"/>
            <a:ext cx="8434500" cy="3068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a:solidFill>
                  <a:srgbClr val="435D74"/>
                </a:solidFill>
                <a:latin typeface="Mulish"/>
                <a:ea typeface="Mulish"/>
                <a:cs typeface="Mulish"/>
                <a:sym typeface="Mulish"/>
              </a:rPr>
              <a:t>The Spotify Hit Predictor Dataset contains Spotify songs that are classified as a hit or a flop </a:t>
            </a:r>
            <a:r>
              <a:rPr lang="en">
                <a:solidFill>
                  <a:schemeClr val="dk1"/>
                </a:solidFill>
                <a:latin typeface="Mulish"/>
                <a:ea typeface="Mulish"/>
                <a:cs typeface="Mulish"/>
                <a:sym typeface="Mulish"/>
              </a:rPr>
              <a:t>Based on the following conditions:</a:t>
            </a:r>
            <a:endParaRPr>
              <a:solidFill>
                <a:schemeClr val="dk1"/>
              </a:solidFill>
              <a:latin typeface="Mulish"/>
              <a:ea typeface="Mulish"/>
              <a:cs typeface="Mulish"/>
              <a:sym typeface="Mulish"/>
            </a:endParaRPr>
          </a:p>
          <a:p>
            <a:pPr indent="-317500" lvl="0" marL="457200" rtl="0" algn="l">
              <a:lnSpc>
                <a:spcPct val="150000"/>
              </a:lnSpc>
              <a:spcBef>
                <a:spcPts val="0"/>
              </a:spcBef>
              <a:spcAft>
                <a:spcPts val="0"/>
              </a:spcAft>
              <a:buClr>
                <a:schemeClr val="dk1"/>
              </a:buClr>
              <a:buSzPts val="1400"/>
              <a:buFont typeface="Mulish"/>
              <a:buChar char="-"/>
            </a:pPr>
            <a:r>
              <a:rPr lang="en">
                <a:solidFill>
                  <a:schemeClr val="dk1"/>
                </a:solidFill>
                <a:latin typeface="Mulish"/>
                <a:ea typeface="Mulish"/>
                <a:cs typeface="Mulish"/>
                <a:sym typeface="Mulish"/>
              </a:rPr>
              <a:t>The track, </a:t>
            </a:r>
            <a:r>
              <a:rPr lang="en">
                <a:solidFill>
                  <a:schemeClr val="dk1"/>
                </a:solidFill>
                <a:latin typeface="Mulish"/>
                <a:ea typeface="Mulish"/>
                <a:cs typeface="Mulish"/>
                <a:sym typeface="Mulish"/>
              </a:rPr>
              <a:t>artist</a:t>
            </a:r>
            <a:r>
              <a:rPr lang="en">
                <a:solidFill>
                  <a:schemeClr val="dk1"/>
                </a:solidFill>
                <a:latin typeface="Mulish"/>
                <a:ea typeface="Mulish"/>
                <a:cs typeface="Mulish"/>
                <a:sym typeface="Mulish"/>
              </a:rPr>
              <a:t>, or genre has appeared in Spotify’s ‘Today’s Top Hits’ list of the 10’s</a:t>
            </a:r>
            <a:endParaRPr>
              <a:solidFill>
                <a:schemeClr val="dk1"/>
              </a:solidFill>
              <a:latin typeface="Mulish"/>
              <a:ea typeface="Mulish"/>
              <a:cs typeface="Mulish"/>
              <a:sym typeface="Mulish"/>
            </a:endParaRPr>
          </a:p>
          <a:p>
            <a:pPr indent="-317500" lvl="0" marL="457200" rtl="0" algn="l">
              <a:lnSpc>
                <a:spcPct val="150000"/>
              </a:lnSpc>
              <a:spcBef>
                <a:spcPts val="0"/>
              </a:spcBef>
              <a:spcAft>
                <a:spcPts val="0"/>
              </a:spcAft>
              <a:buClr>
                <a:schemeClr val="dk1"/>
              </a:buClr>
              <a:buSzPts val="1400"/>
              <a:buFont typeface="Mulish"/>
              <a:buChar char="-"/>
            </a:pPr>
            <a:r>
              <a:rPr lang="en">
                <a:solidFill>
                  <a:schemeClr val="dk1"/>
                </a:solidFill>
                <a:latin typeface="Mulish"/>
                <a:ea typeface="Mulish"/>
                <a:cs typeface="Mulish"/>
                <a:sym typeface="Mulish"/>
              </a:rPr>
              <a:t>The track has US as one of its markets</a:t>
            </a:r>
            <a:endParaRPr>
              <a:solidFill>
                <a:schemeClr val="dk1"/>
              </a:solidFill>
              <a:latin typeface="Mulish"/>
              <a:ea typeface="Mulish"/>
              <a:cs typeface="Mulish"/>
              <a:sym typeface="Mulish"/>
            </a:endParaRPr>
          </a:p>
          <a:p>
            <a:pPr indent="-317500" lvl="0" marL="457200" rtl="0" algn="l">
              <a:lnSpc>
                <a:spcPct val="150000"/>
              </a:lnSpc>
              <a:spcBef>
                <a:spcPts val="0"/>
              </a:spcBef>
              <a:spcAft>
                <a:spcPts val="0"/>
              </a:spcAft>
              <a:buClr>
                <a:schemeClr val="dk1"/>
              </a:buClr>
              <a:buSzPts val="1400"/>
              <a:buFont typeface="Mulish"/>
              <a:buChar char="-"/>
            </a:pPr>
            <a:r>
              <a:rPr lang="en">
                <a:solidFill>
                  <a:schemeClr val="dk1"/>
                </a:solidFill>
                <a:latin typeface="Mulish"/>
                <a:ea typeface="Mulish"/>
                <a:cs typeface="Mulish"/>
                <a:sym typeface="Mulish"/>
              </a:rPr>
              <a:t>The track’s genre is considered mainstream</a:t>
            </a:r>
            <a:endParaRPr>
              <a:solidFill>
                <a:schemeClr val="dk1"/>
              </a:solidFill>
              <a:latin typeface="Mulish"/>
              <a:ea typeface="Mulish"/>
              <a:cs typeface="Mulish"/>
              <a:sym typeface="Mulish"/>
            </a:endParaRPr>
          </a:p>
          <a:p>
            <a:pPr indent="0" lvl="0" marL="0" rtl="0" algn="l">
              <a:lnSpc>
                <a:spcPct val="150000"/>
              </a:lnSpc>
              <a:spcBef>
                <a:spcPts val="0"/>
              </a:spcBef>
              <a:spcAft>
                <a:spcPts val="0"/>
              </a:spcAft>
              <a:buNone/>
            </a:pPr>
            <a:r>
              <a:rPr lang="en">
                <a:solidFill>
                  <a:schemeClr val="dk1"/>
                </a:solidFill>
                <a:latin typeface="Mulish"/>
                <a:ea typeface="Mulish"/>
                <a:cs typeface="Mulish"/>
                <a:sym typeface="Mulish"/>
              </a:rPr>
              <a:t>The dataset contains the following variables of interest per track:</a:t>
            </a:r>
            <a:endParaRPr>
              <a:solidFill>
                <a:schemeClr val="dk1"/>
              </a:solidFill>
              <a:latin typeface="Mulish"/>
              <a:ea typeface="Mulish"/>
              <a:cs typeface="Mulish"/>
              <a:sym typeface="Mulish"/>
            </a:endParaRPr>
          </a:p>
          <a:p>
            <a:pPr indent="-317500" lvl="0" marL="457200" rtl="0" algn="l">
              <a:lnSpc>
                <a:spcPct val="150000"/>
              </a:lnSpc>
              <a:spcBef>
                <a:spcPts val="0"/>
              </a:spcBef>
              <a:spcAft>
                <a:spcPts val="0"/>
              </a:spcAft>
              <a:buClr>
                <a:schemeClr val="dk1"/>
              </a:buClr>
              <a:buSzPts val="1400"/>
              <a:buFont typeface="Mulish"/>
              <a:buChar char="-"/>
            </a:pPr>
            <a:r>
              <a:rPr lang="en">
                <a:solidFill>
                  <a:schemeClr val="dk1"/>
                </a:solidFill>
                <a:latin typeface="Mulish"/>
                <a:ea typeface="Mulish"/>
                <a:cs typeface="Mulish"/>
                <a:sym typeface="Mulish"/>
              </a:rPr>
              <a:t>Danceability, energy, key, loudness, mode, speechiness, acousticness, instrumentalness, liveness, valence, tempo, duration, chorus hit</a:t>
            </a:r>
            <a:endParaRPr>
              <a:solidFill>
                <a:schemeClr val="dk1"/>
              </a:solidFill>
              <a:latin typeface="Mulish"/>
              <a:ea typeface="Mulish"/>
              <a:cs typeface="Mulish"/>
              <a:sym typeface="Mulish"/>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65"/>
          <p:cNvSpPr txBox="1"/>
          <p:nvPr>
            <p:ph type="title"/>
          </p:nvPr>
        </p:nvSpPr>
        <p:spPr>
          <a:xfrm>
            <a:off x="720000" y="5401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Research Question</a:t>
            </a:r>
            <a:endParaRPr sz="2700"/>
          </a:p>
          <a:p>
            <a:pPr indent="0" lvl="0" marL="0" rtl="0" algn="l">
              <a:spcBef>
                <a:spcPts val="0"/>
              </a:spcBef>
              <a:spcAft>
                <a:spcPts val="0"/>
              </a:spcAft>
              <a:buNone/>
            </a:pPr>
            <a:r>
              <a:t/>
            </a:r>
            <a:endParaRPr sz="2700"/>
          </a:p>
        </p:txBody>
      </p:sp>
      <p:sp>
        <p:nvSpPr>
          <p:cNvPr id="611" name="Google Shape;611;p65"/>
          <p:cNvSpPr txBox="1"/>
          <p:nvPr/>
        </p:nvSpPr>
        <p:spPr>
          <a:xfrm>
            <a:off x="690600" y="1573675"/>
            <a:ext cx="7762800" cy="2539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700">
                <a:solidFill>
                  <a:srgbClr val="435D74"/>
                </a:solidFill>
                <a:latin typeface="Mulish"/>
                <a:ea typeface="Mulish"/>
                <a:cs typeface="Mulish"/>
                <a:sym typeface="Mulish"/>
              </a:rPr>
              <a:t>Main Question</a:t>
            </a:r>
            <a:endParaRPr b="1" sz="1700">
              <a:solidFill>
                <a:srgbClr val="435D74"/>
              </a:solidFill>
              <a:latin typeface="Mulish"/>
              <a:ea typeface="Mulish"/>
              <a:cs typeface="Mulish"/>
              <a:sym typeface="Mulish"/>
            </a:endParaRPr>
          </a:p>
          <a:p>
            <a:pPr indent="0" lvl="0" marL="0" rtl="0" algn="ctr">
              <a:spcBef>
                <a:spcPts val="0"/>
              </a:spcBef>
              <a:spcAft>
                <a:spcPts val="0"/>
              </a:spcAft>
              <a:buNone/>
            </a:pPr>
            <a:r>
              <a:rPr lang="en" sz="1700">
                <a:solidFill>
                  <a:srgbClr val="5C5C5F"/>
                </a:solidFill>
                <a:latin typeface="Mulish"/>
                <a:ea typeface="Mulish"/>
                <a:cs typeface="Mulish"/>
                <a:sym typeface="Mulish"/>
              </a:rPr>
              <a:t>Can Spotify audio features predict whether a song becomes a hit?</a:t>
            </a:r>
            <a:endParaRPr sz="1700">
              <a:solidFill>
                <a:srgbClr val="5C5C5F"/>
              </a:solidFill>
              <a:latin typeface="Mulish"/>
              <a:ea typeface="Mulish"/>
              <a:cs typeface="Mulish"/>
              <a:sym typeface="Mulish"/>
            </a:endParaRPr>
          </a:p>
          <a:p>
            <a:pPr indent="0" lvl="0" marL="0" rtl="0" algn="ctr">
              <a:spcBef>
                <a:spcPts val="0"/>
              </a:spcBef>
              <a:spcAft>
                <a:spcPts val="0"/>
              </a:spcAft>
              <a:buNone/>
            </a:pPr>
            <a:r>
              <a:t/>
            </a:r>
            <a:endParaRPr sz="1700">
              <a:solidFill>
                <a:srgbClr val="5C5C5F"/>
              </a:solidFill>
              <a:latin typeface="Mulish"/>
              <a:ea typeface="Mulish"/>
              <a:cs typeface="Mulish"/>
              <a:sym typeface="Mulish"/>
            </a:endParaRPr>
          </a:p>
          <a:p>
            <a:pPr indent="0" lvl="0" marL="0" rtl="0" algn="ctr">
              <a:spcBef>
                <a:spcPts val="0"/>
              </a:spcBef>
              <a:spcAft>
                <a:spcPts val="0"/>
              </a:spcAft>
              <a:buNone/>
            </a:pPr>
            <a:r>
              <a:rPr b="1" lang="en" sz="1700">
                <a:solidFill>
                  <a:srgbClr val="435D74"/>
                </a:solidFill>
                <a:latin typeface="Mulish"/>
                <a:ea typeface="Mulish"/>
                <a:cs typeface="Mulish"/>
                <a:sym typeface="Mulish"/>
              </a:rPr>
              <a:t>What We Want to Learn</a:t>
            </a:r>
            <a:endParaRPr b="1" sz="1700">
              <a:solidFill>
                <a:srgbClr val="435D74"/>
              </a:solidFill>
              <a:latin typeface="Mulish"/>
              <a:ea typeface="Mulish"/>
              <a:cs typeface="Mulish"/>
              <a:sym typeface="Mulish"/>
            </a:endParaRPr>
          </a:p>
          <a:p>
            <a:pPr indent="0" lvl="0" marL="0" rtl="0" algn="ctr">
              <a:spcBef>
                <a:spcPts val="0"/>
              </a:spcBef>
              <a:spcAft>
                <a:spcPts val="0"/>
              </a:spcAft>
              <a:buNone/>
            </a:pPr>
            <a:r>
              <a:rPr lang="en" sz="1700">
                <a:solidFill>
                  <a:srgbClr val="5C5C5F"/>
                </a:solidFill>
                <a:latin typeface="Mulish"/>
                <a:ea typeface="Mulish"/>
                <a:cs typeface="Mulish"/>
                <a:sym typeface="Mulish"/>
              </a:rPr>
              <a:t>Identify what musical characteristics most influence popularity.</a:t>
            </a:r>
            <a:endParaRPr sz="1700">
              <a:solidFill>
                <a:srgbClr val="5C5C5F"/>
              </a:solidFill>
              <a:latin typeface="Mulish"/>
              <a:ea typeface="Mulish"/>
              <a:cs typeface="Mulish"/>
              <a:sym typeface="Mulish"/>
            </a:endParaRPr>
          </a:p>
          <a:p>
            <a:pPr indent="0" lvl="0" marL="0" rtl="0" algn="ctr">
              <a:spcBef>
                <a:spcPts val="0"/>
              </a:spcBef>
              <a:spcAft>
                <a:spcPts val="0"/>
              </a:spcAft>
              <a:buNone/>
            </a:pPr>
            <a:r>
              <a:t/>
            </a:r>
            <a:endParaRPr sz="1700">
              <a:solidFill>
                <a:srgbClr val="5C5C5F"/>
              </a:solidFill>
              <a:latin typeface="Mulish"/>
              <a:ea typeface="Mulish"/>
              <a:cs typeface="Mulish"/>
              <a:sym typeface="Mulish"/>
            </a:endParaRPr>
          </a:p>
          <a:p>
            <a:pPr indent="0" lvl="0" marL="0" rtl="0" algn="ctr">
              <a:spcBef>
                <a:spcPts val="0"/>
              </a:spcBef>
              <a:spcAft>
                <a:spcPts val="0"/>
              </a:spcAft>
              <a:buNone/>
            </a:pPr>
            <a:r>
              <a:rPr b="1" lang="en" sz="1700">
                <a:solidFill>
                  <a:srgbClr val="435D74"/>
                </a:solidFill>
                <a:latin typeface="Mulish"/>
                <a:ea typeface="Mulish"/>
                <a:cs typeface="Mulish"/>
                <a:sym typeface="Mulish"/>
              </a:rPr>
              <a:t>Why This Matters</a:t>
            </a:r>
            <a:endParaRPr b="1" sz="1700">
              <a:solidFill>
                <a:srgbClr val="435D74"/>
              </a:solidFill>
              <a:latin typeface="Mulish"/>
              <a:ea typeface="Mulish"/>
              <a:cs typeface="Mulish"/>
              <a:sym typeface="Mulish"/>
            </a:endParaRPr>
          </a:p>
          <a:p>
            <a:pPr indent="0" lvl="0" marL="0" rtl="0" algn="ctr">
              <a:spcBef>
                <a:spcPts val="0"/>
              </a:spcBef>
              <a:spcAft>
                <a:spcPts val="0"/>
              </a:spcAft>
              <a:buNone/>
            </a:pPr>
            <a:r>
              <a:rPr lang="en" sz="1700">
                <a:solidFill>
                  <a:srgbClr val="5C5C5F"/>
                </a:solidFill>
                <a:latin typeface="Mulish"/>
                <a:ea typeface="Mulish"/>
                <a:cs typeface="Mulish"/>
                <a:sym typeface="Mulish"/>
              </a:rPr>
              <a:t>Reveal whether pop-music success follows measurable patterns.</a:t>
            </a:r>
            <a:endParaRPr sz="1700">
              <a:solidFill>
                <a:srgbClr val="5C5C5F"/>
              </a:solidFill>
              <a:latin typeface="Mulish"/>
              <a:ea typeface="Mulish"/>
              <a:cs typeface="Mulish"/>
              <a:sym typeface="Mulish"/>
            </a:endParaRPr>
          </a:p>
          <a:p>
            <a:pPr indent="0" lvl="0" marL="0" rtl="0" algn="ctr">
              <a:spcBef>
                <a:spcPts val="0"/>
              </a:spcBef>
              <a:spcAft>
                <a:spcPts val="0"/>
              </a:spcAft>
              <a:buNone/>
            </a:pPr>
            <a:r>
              <a:t/>
            </a:r>
            <a:endParaRPr sz="1700">
              <a:solidFill>
                <a:srgbClr val="5C5C5F"/>
              </a:solidFill>
              <a:latin typeface="Mulish"/>
              <a:ea typeface="Mulish"/>
              <a:cs typeface="Mulish"/>
              <a:sym typeface="Mulish"/>
            </a:endParaRPr>
          </a:p>
        </p:txBody>
      </p:sp>
      <p:sp>
        <p:nvSpPr>
          <p:cNvPr id="612" name="Google Shape;612;p65"/>
          <p:cNvSpPr txBox="1"/>
          <p:nvPr/>
        </p:nvSpPr>
        <p:spPr>
          <a:xfrm>
            <a:off x="0" y="0"/>
            <a:ext cx="44676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t/>
            </a:r>
            <a:endParaRPr sz="1100"/>
          </a:p>
        </p:txBody>
      </p:sp>
      <p:pic>
        <p:nvPicPr>
          <p:cNvPr id="613" name="Google Shape;613;p65" title="128px-Spotify_icon.svg.png"/>
          <p:cNvPicPr preferRelativeResize="0"/>
          <p:nvPr/>
        </p:nvPicPr>
        <p:blipFill>
          <a:blip r:embed="rId3">
            <a:alphaModFix/>
          </a:blip>
          <a:stretch>
            <a:fillRect/>
          </a:stretch>
        </p:blipFill>
        <p:spPr>
          <a:xfrm>
            <a:off x="7749600" y="540101"/>
            <a:ext cx="794725" cy="825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66"/>
          <p:cNvSpPr txBox="1"/>
          <p:nvPr>
            <p:ph type="title"/>
          </p:nvPr>
        </p:nvSpPr>
        <p:spPr>
          <a:xfrm>
            <a:off x="667200" y="4555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Variables of Interest</a:t>
            </a:r>
            <a:endParaRPr sz="2700"/>
          </a:p>
        </p:txBody>
      </p:sp>
      <p:sp>
        <p:nvSpPr>
          <p:cNvPr id="619" name="Google Shape;619;p66"/>
          <p:cNvSpPr txBox="1"/>
          <p:nvPr/>
        </p:nvSpPr>
        <p:spPr>
          <a:xfrm>
            <a:off x="720000" y="1070525"/>
            <a:ext cx="7924800" cy="338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latin typeface="Mulish"/>
                <a:ea typeface="Mulish"/>
                <a:cs typeface="Mulish"/>
                <a:sym typeface="Mulish"/>
              </a:rPr>
              <a:t>Danceability:</a:t>
            </a:r>
            <a:r>
              <a:rPr lang="en" sz="1500">
                <a:solidFill>
                  <a:schemeClr val="dk1"/>
                </a:solidFill>
                <a:latin typeface="Mulish"/>
                <a:ea typeface="Mulish"/>
                <a:cs typeface="Mulish"/>
                <a:sym typeface="Mulish"/>
              </a:rPr>
              <a:t> How suitable a track is for dancing (0–1). Higher = more rhythmically regular and danceable. </a:t>
            </a:r>
            <a:endParaRPr sz="1500">
              <a:solidFill>
                <a:schemeClr val="dk1"/>
              </a:solidFill>
              <a:latin typeface="Mulish"/>
              <a:ea typeface="Mulish"/>
              <a:cs typeface="Mulish"/>
              <a:sym typeface="Mulish"/>
            </a:endParaRPr>
          </a:p>
          <a:p>
            <a:pPr indent="0" lvl="0" marL="0" rtl="0" algn="l">
              <a:spcBef>
                <a:spcPts val="0"/>
              </a:spcBef>
              <a:spcAft>
                <a:spcPts val="0"/>
              </a:spcAft>
              <a:buNone/>
            </a:pPr>
            <a:r>
              <a:t/>
            </a:r>
            <a:endParaRPr sz="1500">
              <a:solidFill>
                <a:schemeClr val="dk1"/>
              </a:solidFill>
              <a:latin typeface="Mulish"/>
              <a:ea typeface="Mulish"/>
              <a:cs typeface="Mulish"/>
              <a:sym typeface="Mulish"/>
            </a:endParaRPr>
          </a:p>
          <a:p>
            <a:pPr indent="0" lvl="0" marL="0" rtl="0" algn="l">
              <a:spcBef>
                <a:spcPts val="0"/>
              </a:spcBef>
              <a:spcAft>
                <a:spcPts val="0"/>
              </a:spcAft>
              <a:buNone/>
            </a:pPr>
            <a:r>
              <a:rPr b="1" lang="en" sz="1500">
                <a:solidFill>
                  <a:schemeClr val="dk1"/>
                </a:solidFill>
                <a:latin typeface="Mulish"/>
                <a:ea typeface="Mulish"/>
                <a:cs typeface="Mulish"/>
                <a:sym typeface="Mulish"/>
              </a:rPr>
              <a:t>Energy:</a:t>
            </a:r>
            <a:r>
              <a:rPr lang="en" sz="1500">
                <a:solidFill>
                  <a:schemeClr val="dk1"/>
                </a:solidFill>
                <a:latin typeface="Mulish"/>
                <a:ea typeface="Mulish"/>
                <a:cs typeface="Mulish"/>
                <a:sym typeface="Mulish"/>
              </a:rPr>
              <a:t> How loud, fast, and noisy the song is. Higher = more energetic, loud, fast-paced.</a:t>
            </a:r>
            <a:endParaRPr sz="1500">
              <a:solidFill>
                <a:schemeClr val="dk1"/>
              </a:solidFill>
              <a:latin typeface="Mulish"/>
              <a:ea typeface="Mulish"/>
              <a:cs typeface="Mulish"/>
              <a:sym typeface="Mulish"/>
            </a:endParaRPr>
          </a:p>
          <a:p>
            <a:pPr indent="0" lvl="0" marL="0" rtl="0" algn="l">
              <a:spcBef>
                <a:spcPts val="0"/>
              </a:spcBef>
              <a:spcAft>
                <a:spcPts val="0"/>
              </a:spcAft>
              <a:buNone/>
            </a:pPr>
            <a:r>
              <a:t/>
            </a:r>
            <a:endParaRPr sz="1500">
              <a:solidFill>
                <a:schemeClr val="dk1"/>
              </a:solidFill>
              <a:latin typeface="Mulish"/>
              <a:ea typeface="Mulish"/>
              <a:cs typeface="Mulish"/>
              <a:sym typeface="Mulish"/>
            </a:endParaRPr>
          </a:p>
          <a:p>
            <a:pPr indent="0" lvl="0" marL="0" rtl="0" algn="l">
              <a:spcBef>
                <a:spcPts val="0"/>
              </a:spcBef>
              <a:spcAft>
                <a:spcPts val="0"/>
              </a:spcAft>
              <a:buNone/>
            </a:pPr>
            <a:r>
              <a:rPr b="1" lang="en" sz="1500">
                <a:solidFill>
                  <a:schemeClr val="dk1"/>
                </a:solidFill>
                <a:latin typeface="Mulish"/>
                <a:ea typeface="Mulish"/>
                <a:cs typeface="Mulish"/>
                <a:sym typeface="Mulish"/>
              </a:rPr>
              <a:t>Liveness:</a:t>
            </a:r>
            <a:r>
              <a:rPr lang="en" sz="1500">
                <a:solidFill>
                  <a:schemeClr val="dk1"/>
                </a:solidFill>
                <a:latin typeface="Mulish"/>
                <a:ea typeface="Mulish"/>
                <a:cs typeface="Mulish"/>
                <a:sym typeface="Mulish"/>
              </a:rPr>
              <a:t> Probability that the track was performed to a live audience (0–1).</a:t>
            </a:r>
            <a:endParaRPr sz="1500">
              <a:solidFill>
                <a:schemeClr val="dk1"/>
              </a:solidFill>
              <a:latin typeface="Mulish"/>
              <a:ea typeface="Mulish"/>
              <a:cs typeface="Mulish"/>
              <a:sym typeface="Mulish"/>
            </a:endParaRPr>
          </a:p>
          <a:p>
            <a:pPr indent="0" lvl="0" marL="0" rtl="0" algn="l">
              <a:spcBef>
                <a:spcPts val="0"/>
              </a:spcBef>
              <a:spcAft>
                <a:spcPts val="0"/>
              </a:spcAft>
              <a:buNone/>
            </a:pPr>
            <a:r>
              <a:t/>
            </a:r>
            <a:endParaRPr b="1" sz="1500">
              <a:solidFill>
                <a:schemeClr val="dk1"/>
              </a:solidFill>
              <a:latin typeface="Mulish"/>
              <a:ea typeface="Mulish"/>
              <a:cs typeface="Mulish"/>
              <a:sym typeface="Mulish"/>
            </a:endParaRPr>
          </a:p>
          <a:p>
            <a:pPr indent="0" lvl="0" marL="0" rtl="0" algn="l">
              <a:spcBef>
                <a:spcPts val="0"/>
              </a:spcBef>
              <a:spcAft>
                <a:spcPts val="0"/>
              </a:spcAft>
              <a:buNone/>
            </a:pPr>
            <a:r>
              <a:rPr b="1" lang="en" sz="1500">
                <a:solidFill>
                  <a:schemeClr val="dk1"/>
                </a:solidFill>
                <a:latin typeface="Mulish"/>
                <a:ea typeface="Mulish"/>
                <a:cs typeface="Mulish"/>
                <a:sym typeface="Mulish"/>
              </a:rPr>
              <a:t>Loudness_scaled: </a:t>
            </a:r>
            <a:r>
              <a:rPr lang="en" sz="1500">
                <a:solidFill>
                  <a:schemeClr val="dk1"/>
                </a:solidFill>
                <a:latin typeface="Mulish"/>
                <a:ea typeface="Mulish"/>
                <a:cs typeface="Mulish"/>
                <a:sym typeface="Mulish"/>
              </a:rPr>
              <a:t>Overall loudness in decibels (dB), typically between -60 and 0. Used standard scaler.</a:t>
            </a:r>
            <a:endParaRPr sz="1500">
              <a:solidFill>
                <a:schemeClr val="dk1"/>
              </a:solidFill>
              <a:latin typeface="Mulish"/>
              <a:ea typeface="Mulish"/>
              <a:cs typeface="Mulish"/>
              <a:sym typeface="Mulish"/>
            </a:endParaRPr>
          </a:p>
          <a:p>
            <a:pPr indent="0" lvl="0" marL="0" rtl="0" algn="l">
              <a:spcBef>
                <a:spcPts val="0"/>
              </a:spcBef>
              <a:spcAft>
                <a:spcPts val="0"/>
              </a:spcAft>
              <a:buNone/>
            </a:pPr>
            <a:r>
              <a:t/>
            </a:r>
            <a:endParaRPr b="1" sz="1500">
              <a:solidFill>
                <a:schemeClr val="dk1"/>
              </a:solidFill>
              <a:latin typeface="Mulish"/>
              <a:ea typeface="Mulish"/>
              <a:cs typeface="Mulish"/>
              <a:sym typeface="Mulish"/>
            </a:endParaRPr>
          </a:p>
          <a:p>
            <a:pPr indent="0" lvl="0" marL="0" rtl="0" algn="l">
              <a:spcBef>
                <a:spcPts val="0"/>
              </a:spcBef>
              <a:spcAft>
                <a:spcPts val="0"/>
              </a:spcAft>
              <a:buNone/>
            </a:pPr>
            <a:r>
              <a:rPr b="1" lang="en" sz="1500">
                <a:solidFill>
                  <a:schemeClr val="dk1"/>
                </a:solidFill>
                <a:latin typeface="Mulish"/>
                <a:ea typeface="Mulish"/>
                <a:cs typeface="Mulish"/>
                <a:sym typeface="Mulish"/>
              </a:rPr>
              <a:t>Tempo_scaled: </a:t>
            </a:r>
            <a:r>
              <a:rPr lang="en" sz="1500">
                <a:solidFill>
                  <a:schemeClr val="dk1"/>
                </a:solidFill>
                <a:latin typeface="Mulish"/>
                <a:ea typeface="Mulish"/>
                <a:cs typeface="Mulish"/>
                <a:sym typeface="Mulish"/>
              </a:rPr>
              <a:t>Speed of the track in beats per minute (BPM). Used standard scaler.</a:t>
            </a:r>
            <a:endParaRPr sz="1500">
              <a:solidFill>
                <a:schemeClr val="dk1"/>
              </a:solidFill>
              <a:latin typeface="Mulish"/>
              <a:ea typeface="Mulish"/>
              <a:cs typeface="Mulish"/>
              <a:sym typeface="Mulish"/>
            </a:endParaRPr>
          </a:p>
          <a:p>
            <a:pPr indent="0" lvl="0" marL="0" rtl="0" algn="l">
              <a:spcBef>
                <a:spcPts val="0"/>
              </a:spcBef>
              <a:spcAft>
                <a:spcPts val="0"/>
              </a:spcAft>
              <a:buNone/>
            </a:pPr>
            <a:r>
              <a:t/>
            </a:r>
            <a:endParaRPr b="1" sz="1500">
              <a:solidFill>
                <a:schemeClr val="dk1"/>
              </a:solidFill>
              <a:latin typeface="Mulish"/>
              <a:ea typeface="Mulish"/>
              <a:cs typeface="Mulish"/>
              <a:sym typeface="Mulish"/>
            </a:endParaRPr>
          </a:p>
          <a:p>
            <a:pPr indent="0" lvl="0" marL="0" rtl="0" algn="l">
              <a:spcBef>
                <a:spcPts val="0"/>
              </a:spcBef>
              <a:spcAft>
                <a:spcPts val="0"/>
              </a:spcAft>
              <a:buNone/>
            </a:pPr>
            <a:r>
              <a:rPr b="1" lang="en" sz="1500">
                <a:solidFill>
                  <a:schemeClr val="dk1"/>
                </a:solidFill>
                <a:latin typeface="Mulish"/>
                <a:ea typeface="Mulish"/>
                <a:cs typeface="Mulish"/>
                <a:sym typeface="Mulish"/>
              </a:rPr>
              <a:t>Chorus_proportion:</a:t>
            </a:r>
            <a:r>
              <a:rPr lang="en" sz="1500">
                <a:solidFill>
                  <a:schemeClr val="dk1"/>
                </a:solidFill>
                <a:latin typeface="Mulish"/>
                <a:ea typeface="Mulish"/>
                <a:cs typeface="Mulish"/>
                <a:sym typeface="Mulish"/>
              </a:rPr>
              <a:t> Estimated timestamp (in seconds) where the chorus begins/total </a:t>
            </a:r>
            <a:r>
              <a:rPr lang="en" sz="1500">
                <a:solidFill>
                  <a:schemeClr val="dk1"/>
                </a:solidFill>
                <a:latin typeface="Mulish"/>
                <a:ea typeface="Mulish"/>
                <a:cs typeface="Mulish"/>
                <a:sym typeface="Mulish"/>
              </a:rPr>
              <a:t>length</a:t>
            </a:r>
            <a:r>
              <a:rPr lang="en" sz="1500">
                <a:solidFill>
                  <a:schemeClr val="dk1"/>
                </a:solidFill>
                <a:latin typeface="Mulish"/>
                <a:ea typeface="Mulish"/>
                <a:cs typeface="Mulish"/>
                <a:sym typeface="Mulish"/>
              </a:rPr>
              <a:t> of song.</a:t>
            </a:r>
            <a:endParaRPr sz="1500">
              <a:solidFill>
                <a:schemeClr val="dk1"/>
              </a:solidFill>
              <a:latin typeface="Mulish"/>
              <a:ea typeface="Mulish"/>
              <a:cs typeface="Mulish"/>
              <a:sym typeface="Mulish"/>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6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Data Cleaning </a:t>
            </a:r>
            <a:endParaRPr sz="2700"/>
          </a:p>
        </p:txBody>
      </p:sp>
      <p:sp>
        <p:nvSpPr>
          <p:cNvPr id="625" name="Google Shape;625;p67"/>
          <p:cNvSpPr txBox="1"/>
          <p:nvPr/>
        </p:nvSpPr>
        <p:spPr>
          <a:xfrm>
            <a:off x="521350" y="1077900"/>
            <a:ext cx="8271900" cy="341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rgbClr val="435D74"/>
                </a:solidFill>
                <a:latin typeface="Mulish"/>
                <a:ea typeface="Mulish"/>
                <a:cs typeface="Mulish"/>
                <a:sym typeface="Mulish"/>
              </a:rPr>
              <a:t>Data Processing</a:t>
            </a:r>
            <a:endParaRPr b="1" sz="1500">
              <a:solidFill>
                <a:srgbClr val="435D74"/>
              </a:solidFill>
              <a:latin typeface="Mulish"/>
              <a:ea typeface="Mulish"/>
              <a:cs typeface="Mulish"/>
              <a:sym typeface="Mulish"/>
            </a:endParaRPr>
          </a:p>
          <a:p>
            <a:pPr indent="-323850" lvl="0" marL="457200" rtl="0" algn="l">
              <a:spcBef>
                <a:spcPts val="0"/>
              </a:spcBef>
              <a:spcAft>
                <a:spcPts val="0"/>
              </a:spcAft>
              <a:buClr>
                <a:schemeClr val="dk1"/>
              </a:buClr>
              <a:buSzPts val="1500"/>
              <a:buFont typeface="Mulish"/>
              <a:buChar char="-"/>
            </a:pPr>
            <a:r>
              <a:rPr lang="en" sz="1500">
                <a:solidFill>
                  <a:schemeClr val="dk1"/>
                </a:solidFill>
                <a:latin typeface="Mulish"/>
                <a:ea typeface="Mulish"/>
                <a:cs typeface="Mulish"/>
                <a:sym typeface="Mulish"/>
              </a:rPr>
              <a:t>Converted duration from milliseconds to seconds (duration_ms - duration_sec).</a:t>
            </a:r>
            <a:endParaRPr sz="1500">
              <a:solidFill>
                <a:schemeClr val="dk1"/>
              </a:solidFill>
              <a:latin typeface="Mulish"/>
              <a:ea typeface="Mulish"/>
              <a:cs typeface="Mulish"/>
              <a:sym typeface="Mulish"/>
            </a:endParaRPr>
          </a:p>
          <a:p>
            <a:pPr indent="-323850" lvl="0" marL="457200" rtl="0" algn="l">
              <a:spcBef>
                <a:spcPts val="0"/>
              </a:spcBef>
              <a:spcAft>
                <a:spcPts val="0"/>
              </a:spcAft>
              <a:buClr>
                <a:schemeClr val="dk1"/>
              </a:buClr>
              <a:buSzPts val="1500"/>
              <a:buFont typeface="Mulish"/>
              <a:buChar char="-"/>
            </a:pPr>
            <a:r>
              <a:rPr lang="en" sz="1500">
                <a:solidFill>
                  <a:schemeClr val="dk1"/>
                </a:solidFill>
                <a:latin typeface="Mulish"/>
                <a:ea typeface="Mulish"/>
                <a:cs typeface="Mulish"/>
                <a:sym typeface="Mulish"/>
              </a:rPr>
              <a:t>Standardized numeric features using z-scores:</a:t>
            </a:r>
            <a:endParaRPr sz="1500">
              <a:solidFill>
                <a:schemeClr val="dk1"/>
              </a:solidFill>
              <a:latin typeface="Mulish"/>
              <a:ea typeface="Mulish"/>
              <a:cs typeface="Mulish"/>
              <a:sym typeface="Mulish"/>
            </a:endParaRPr>
          </a:p>
          <a:p>
            <a:pPr indent="-323850" lvl="1" marL="914400" rtl="0" algn="l">
              <a:spcBef>
                <a:spcPts val="0"/>
              </a:spcBef>
              <a:spcAft>
                <a:spcPts val="0"/>
              </a:spcAft>
              <a:buClr>
                <a:schemeClr val="dk1"/>
              </a:buClr>
              <a:buSzPts val="1500"/>
              <a:buFont typeface="Mulish"/>
              <a:buChar char="-"/>
            </a:pPr>
            <a:r>
              <a:rPr lang="en" sz="1500">
                <a:solidFill>
                  <a:schemeClr val="dk1"/>
                </a:solidFill>
                <a:latin typeface="Mulish"/>
                <a:ea typeface="Mulish"/>
                <a:cs typeface="Mulish"/>
                <a:sym typeface="Mulish"/>
              </a:rPr>
              <a:t>tempo - tempo_scaled</a:t>
            </a:r>
            <a:endParaRPr sz="1500">
              <a:solidFill>
                <a:schemeClr val="dk1"/>
              </a:solidFill>
              <a:latin typeface="Mulish"/>
              <a:ea typeface="Mulish"/>
              <a:cs typeface="Mulish"/>
              <a:sym typeface="Mulish"/>
            </a:endParaRPr>
          </a:p>
          <a:p>
            <a:pPr indent="-323850" lvl="1" marL="914400" rtl="0" algn="l">
              <a:spcBef>
                <a:spcPts val="0"/>
              </a:spcBef>
              <a:spcAft>
                <a:spcPts val="0"/>
              </a:spcAft>
              <a:buClr>
                <a:schemeClr val="dk1"/>
              </a:buClr>
              <a:buSzPts val="1500"/>
              <a:buFont typeface="Mulish"/>
              <a:buChar char="-"/>
            </a:pPr>
            <a:r>
              <a:rPr lang="en" sz="1500">
                <a:solidFill>
                  <a:schemeClr val="dk1"/>
                </a:solidFill>
                <a:latin typeface="Mulish"/>
                <a:ea typeface="Mulish"/>
                <a:cs typeface="Mulish"/>
                <a:sym typeface="Mulish"/>
              </a:rPr>
              <a:t>loudness - loudness_scaled</a:t>
            </a:r>
            <a:endParaRPr sz="1500">
              <a:solidFill>
                <a:schemeClr val="dk1"/>
              </a:solidFill>
              <a:latin typeface="Mulish"/>
              <a:ea typeface="Mulish"/>
              <a:cs typeface="Mulish"/>
              <a:sym typeface="Mulish"/>
            </a:endParaRPr>
          </a:p>
          <a:p>
            <a:pPr indent="-323850" lvl="0" marL="457200" rtl="0" algn="l">
              <a:spcBef>
                <a:spcPts val="0"/>
              </a:spcBef>
              <a:spcAft>
                <a:spcPts val="0"/>
              </a:spcAft>
              <a:buClr>
                <a:schemeClr val="dk1"/>
              </a:buClr>
              <a:buSzPts val="1500"/>
              <a:buFont typeface="Mulish"/>
              <a:buChar char="-"/>
            </a:pPr>
            <a:r>
              <a:rPr lang="en" sz="1500">
                <a:solidFill>
                  <a:schemeClr val="dk1"/>
                </a:solidFill>
                <a:latin typeface="Mulish"/>
                <a:ea typeface="Mulish"/>
                <a:cs typeface="Mulish"/>
                <a:sym typeface="Mulish"/>
              </a:rPr>
              <a:t>Engineered a new feature:</a:t>
            </a:r>
            <a:endParaRPr sz="1500">
              <a:solidFill>
                <a:schemeClr val="dk1"/>
              </a:solidFill>
              <a:latin typeface="Mulish"/>
              <a:ea typeface="Mulish"/>
              <a:cs typeface="Mulish"/>
              <a:sym typeface="Mulish"/>
            </a:endParaRPr>
          </a:p>
          <a:p>
            <a:pPr indent="-323850" lvl="1" marL="914400" rtl="0" algn="l">
              <a:spcBef>
                <a:spcPts val="0"/>
              </a:spcBef>
              <a:spcAft>
                <a:spcPts val="0"/>
              </a:spcAft>
              <a:buClr>
                <a:schemeClr val="dk1"/>
              </a:buClr>
              <a:buSzPts val="1500"/>
              <a:buFont typeface="Mulish"/>
              <a:buChar char="-"/>
            </a:pPr>
            <a:r>
              <a:rPr lang="en" sz="1500">
                <a:solidFill>
                  <a:schemeClr val="dk1"/>
                </a:solidFill>
                <a:latin typeface="Mulish"/>
                <a:ea typeface="Mulish"/>
                <a:cs typeface="Mulish"/>
                <a:sym typeface="Mulish"/>
              </a:rPr>
              <a:t>chorus_proportion = time when chorus starts ÷ total duration</a:t>
            </a:r>
            <a:endParaRPr sz="1500">
              <a:solidFill>
                <a:schemeClr val="dk1"/>
              </a:solidFill>
              <a:latin typeface="Mulish"/>
              <a:ea typeface="Mulish"/>
              <a:cs typeface="Mulish"/>
              <a:sym typeface="Mulish"/>
            </a:endParaRPr>
          </a:p>
          <a:p>
            <a:pPr indent="-323850" lvl="0" marL="457200" rtl="0" algn="l">
              <a:spcBef>
                <a:spcPts val="0"/>
              </a:spcBef>
              <a:spcAft>
                <a:spcPts val="0"/>
              </a:spcAft>
              <a:buClr>
                <a:schemeClr val="dk1"/>
              </a:buClr>
              <a:buSzPts val="1500"/>
              <a:buFont typeface="Mulish"/>
              <a:buChar char="-"/>
            </a:pPr>
            <a:r>
              <a:rPr lang="en" sz="1500">
                <a:solidFill>
                  <a:schemeClr val="dk1"/>
                </a:solidFill>
                <a:latin typeface="Mulish"/>
                <a:ea typeface="Mulish"/>
                <a:cs typeface="Mulish"/>
                <a:sym typeface="Mulish"/>
              </a:rPr>
              <a:t>Selected modeling features:</a:t>
            </a:r>
            <a:endParaRPr sz="1500">
              <a:solidFill>
                <a:schemeClr val="dk1"/>
              </a:solidFill>
              <a:latin typeface="Mulish"/>
              <a:ea typeface="Mulish"/>
              <a:cs typeface="Mulish"/>
              <a:sym typeface="Mulish"/>
            </a:endParaRPr>
          </a:p>
          <a:p>
            <a:pPr indent="-323850" lvl="1" marL="914400" rtl="0" algn="l">
              <a:spcBef>
                <a:spcPts val="0"/>
              </a:spcBef>
              <a:spcAft>
                <a:spcPts val="0"/>
              </a:spcAft>
              <a:buClr>
                <a:schemeClr val="dk1"/>
              </a:buClr>
              <a:buSzPts val="1500"/>
              <a:buFont typeface="Mulish"/>
              <a:buChar char="-"/>
            </a:pPr>
            <a:r>
              <a:rPr lang="en" sz="1500">
                <a:solidFill>
                  <a:schemeClr val="dk1"/>
                </a:solidFill>
                <a:latin typeface="Mulish"/>
                <a:ea typeface="Mulish"/>
                <a:cs typeface="Mulish"/>
                <a:sym typeface="Mulish"/>
              </a:rPr>
              <a:t>danceability/energy/liveness/loudness_scaled/tempo_scaled/chorus_proportion</a:t>
            </a:r>
            <a:endParaRPr sz="1500">
              <a:solidFill>
                <a:schemeClr val="dk1"/>
              </a:solidFill>
              <a:latin typeface="Mulish"/>
              <a:ea typeface="Mulish"/>
              <a:cs typeface="Mulish"/>
              <a:sym typeface="Mulish"/>
            </a:endParaRPr>
          </a:p>
          <a:p>
            <a:pPr indent="-323850" lvl="0" marL="457200" rtl="0" algn="l">
              <a:spcBef>
                <a:spcPts val="0"/>
              </a:spcBef>
              <a:spcAft>
                <a:spcPts val="0"/>
              </a:spcAft>
              <a:buClr>
                <a:schemeClr val="dk1"/>
              </a:buClr>
              <a:buSzPts val="1500"/>
              <a:buFont typeface="Mulish"/>
              <a:buChar char="-"/>
            </a:pPr>
            <a:r>
              <a:rPr lang="en" sz="1500">
                <a:solidFill>
                  <a:schemeClr val="dk1"/>
                </a:solidFill>
                <a:latin typeface="Mulish"/>
                <a:ea typeface="Mulish"/>
                <a:cs typeface="Mulish"/>
                <a:sym typeface="Mulish"/>
              </a:rPr>
              <a:t>Checked for missing values in all selected columns using a function.</a:t>
            </a:r>
            <a:endParaRPr sz="1500">
              <a:solidFill>
                <a:schemeClr val="dk1"/>
              </a:solidFill>
              <a:latin typeface="Mulish"/>
              <a:ea typeface="Mulish"/>
              <a:cs typeface="Mulish"/>
              <a:sym typeface="Mulish"/>
            </a:endParaRPr>
          </a:p>
          <a:p>
            <a:pPr indent="-323850" lvl="1" marL="914400" rtl="0" algn="l">
              <a:spcBef>
                <a:spcPts val="0"/>
              </a:spcBef>
              <a:spcAft>
                <a:spcPts val="0"/>
              </a:spcAft>
              <a:buClr>
                <a:schemeClr val="dk1"/>
              </a:buClr>
              <a:buSzPts val="1500"/>
              <a:buFont typeface="Mulish"/>
              <a:buChar char="-"/>
            </a:pPr>
            <a:r>
              <a:rPr lang="en" sz="1500">
                <a:solidFill>
                  <a:schemeClr val="dk1"/>
                </a:solidFill>
                <a:latin typeface="Mulish"/>
                <a:ea typeface="Mulish"/>
                <a:cs typeface="Mulish"/>
                <a:sym typeface="Mulish"/>
              </a:rPr>
              <a:t>Confirmed no missing data: no rows removed.</a:t>
            </a:r>
            <a:endParaRPr sz="1500">
              <a:solidFill>
                <a:schemeClr val="dk1"/>
              </a:solidFill>
              <a:latin typeface="Mulish"/>
              <a:ea typeface="Mulish"/>
              <a:cs typeface="Mulish"/>
              <a:sym typeface="Mulish"/>
            </a:endParaRPr>
          </a:p>
          <a:p>
            <a:pPr indent="0" lvl="0" marL="457200" rtl="0" algn="l">
              <a:spcBef>
                <a:spcPts val="0"/>
              </a:spcBef>
              <a:spcAft>
                <a:spcPts val="0"/>
              </a:spcAft>
              <a:buNone/>
            </a:pPr>
            <a:r>
              <a:t/>
            </a:r>
            <a:endParaRPr sz="1500">
              <a:solidFill>
                <a:schemeClr val="dk1"/>
              </a:solidFill>
              <a:latin typeface="Mulish"/>
              <a:ea typeface="Mulish"/>
              <a:cs typeface="Mulish"/>
              <a:sym typeface="Mulish"/>
            </a:endParaRPr>
          </a:p>
          <a:p>
            <a:pPr indent="0" lvl="0" marL="0" rtl="0" algn="ctr">
              <a:spcBef>
                <a:spcPts val="0"/>
              </a:spcBef>
              <a:spcAft>
                <a:spcPts val="0"/>
              </a:spcAft>
              <a:buNone/>
            </a:pPr>
            <a:r>
              <a:rPr b="1" lang="en" sz="1500">
                <a:solidFill>
                  <a:srgbClr val="435D74"/>
                </a:solidFill>
                <a:latin typeface="Mulish"/>
                <a:ea typeface="Mulish"/>
                <a:cs typeface="Mulish"/>
                <a:sym typeface="Mulish"/>
              </a:rPr>
              <a:t>Data Split</a:t>
            </a:r>
            <a:endParaRPr b="1" sz="1500">
              <a:solidFill>
                <a:srgbClr val="435D74"/>
              </a:solidFill>
              <a:latin typeface="Mulish"/>
              <a:ea typeface="Mulish"/>
              <a:cs typeface="Mulish"/>
              <a:sym typeface="Mulish"/>
            </a:endParaRPr>
          </a:p>
          <a:p>
            <a:pPr indent="457200" lvl="0" marL="0" rtl="0" algn="l">
              <a:spcBef>
                <a:spcPts val="0"/>
              </a:spcBef>
              <a:spcAft>
                <a:spcPts val="0"/>
              </a:spcAft>
              <a:buNone/>
            </a:pPr>
            <a:r>
              <a:rPr lang="en" sz="1500">
                <a:solidFill>
                  <a:schemeClr val="dk1"/>
                </a:solidFill>
                <a:latin typeface="Mulish"/>
                <a:ea typeface="Mulish"/>
                <a:cs typeface="Mulish"/>
                <a:sym typeface="Mulish"/>
              </a:rPr>
              <a:t>Split dataset into 80% training, 10% validation, 10% test, with stratification.</a:t>
            </a:r>
            <a:endParaRPr sz="1500">
              <a:solidFill>
                <a:schemeClr val="dk1"/>
              </a:solidFill>
              <a:latin typeface="Mulish"/>
              <a:ea typeface="Mulish"/>
              <a:cs typeface="Mulish"/>
              <a:sym typeface="Mulish"/>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6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Methods: Model and Hyperparameter Selection </a:t>
            </a:r>
            <a:endParaRPr sz="2700"/>
          </a:p>
          <a:p>
            <a:pPr indent="0" lvl="0" marL="0" rtl="0" algn="l">
              <a:spcBef>
                <a:spcPts val="0"/>
              </a:spcBef>
              <a:spcAft>
                <a:spcPts val="0"/>
              </a:spcAft>
              <a:buNone/>
            </a:pPr>
            <a:r>
              <a:rPr lang="en" sz="2700"/>
              <a:t> </a:t>
            </a:r>
            <a:endParaRPr sz="2700"/>
          </a:p>
        </p:txBody>
      </p:sp>
      <p:sp>
        <p:nvSpPr>
          <p:cNvPr id="631" name="Google Shape;631;p68"/>
          <p:cNvSpPr txBox="1"/>
          <p:nvPr/>
        </p:nvSpPr>
        <p:spPr>
          <a:xfrm>
            <a:off x="667175" y="1331350"/>
            <a:ext cx="7919400" cy="3262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b="1">
              <a:solidFill>
                <a:srgbClr val="5C5C5F"/>
              </a:solidFill>
              <a:latin typeface="Mulish"/>
              <a:ea typeface="Mulish"/>
              <a:cs typeface="Mulish"/>
              <a:sym typeface="Mulish"/>
            </a:endParaRPr>
          </a:p>
          <a:p>
            <a:pPr indent="-323850" lvl="0" marL="457200" rtl="0" algn="l">
              <a:lnSpc>
                <a:spcPct val="115000"/>
              </a:lnSpc>
              <a:spcBef>
                <a:spcPts val="0"/>
              </a:spcBef>
              <a:spcAft>
                <a:spcPts val="0"/>
              </a:spcAft>
              <a:buClr>
                <a:srgbClr val="5C5C5F"/>
              </a:buClr>
              <a:buSzPts val="1500"/>
              <a:buFont typeface="Mulish"/>
              <a:buAutoNum type="arabicPeriod"/>
            </a:pPr>
            <a:r>
              <a:rPr lang="en" sz="1500">
                <a:solidFill>
                  <a:srgbClr val="5C5C5F"/>
                </a:solidFill>
                <a:latin typeface="Mulish"/>
                <a:ea typeface="Mulish"/>
                <a:cs typeface="Mulish"/>
                <a:sym typeface="Mulish"/>
              </a:rPr>
              <a:t>Train and compare multiple classification algorithms (SVM, Logistic Regression without LASSO, Logistic Regression with LASSO, </a:t>
            </a:r>
            <a:r>
              <a:rPr lang="en" sz="1500">
                <a:solidFill>
                  <a:schemeClr val="dk1"/>
                </a:solidFill>
                <a:latin typeface="Mulish"/>
                <a:ea typeface="Mulish"/>
                <a:cs typeface="Mulish"/>
                <a:sym typeface="Mulish"/>
              </a:rPr>
              <a:t>KNN,</a:t>
            </a:r>
            <a:r>
              <a:rPr lang="en" sz="1500">
                <a:solidFill>
                  <a:srgbClr val="5C5C5F"/>
                </a:solidFill>
                <a:latin typeface="Mulish"/>
                <a:ea typeface="Mulish"/>
                <a:cs typeface="Mulish"/>
                <a:sym typeface="Mulish"/>
              </a:rPr>
              <a:t> Decision Tree) while testing different several different hyperparameters for each model.</a:t>
            </a:r>
            <a:endParaRPr sz="1500">
              <a:solidFill>
                <a:srgbClr val="5C5C5F"/>
              </a:solidFill>
              <a:latin typeface="Mulish"/>
              <a:ea typeface="Mulish"/>
              <a:cs typeface="Mulish"/>
              <a:sym typeface="Mulish"/>
            </a:endParaRPr>
          </a:p>
          <a:p>
            <a:pPr indent="0" lvl="0" marL="0" rtl="0" algn="l">
              <a:lnSpc>
                <a:spcPct val="115000"/>
              </a:lnSpc>
              <a:spcBef>
                <a:spcPts val="0"/>
              </a:spcBef>
              <a:spcAft>
                <a:spcPts val="0"/>
              </a:spcAft>
              <a:buNone/>
            </a:pPr>
            <a:r>
              <a:t/>
            </a:r>
            <a:endParaRPr sz="1500">
              <a:solidFill>
                <a:srgbClr val="5C5C5F"/>
              </a:solidFill>
              <a:latin typeface="Mulish"/>
              <a:ea typeface="Mulish"/>
              <a:cs typeface="Mulish"/>
              <a:sym typeface="Mulish"/>
            </a:endParaRPr>
          </a:p>
          <a:p>
            <a:pPr indent="-323850" lvl="0" marL="457200" rtl="0" algn="l">
              <a:lnSpc>
                <a:spcPct val="115000"/>
              </a:lnSpc>
              <a:spcBef>
                <a:spcPts val="0"/>
              </a:spcBef>
              <a:spcAft>
                <a:spcPts val="0"/>
              </a:spcAft>
              <a:buClr>
                <a:srgbClr val="5C5C5F"/>
              </a:buClr>
              <a:buSzPts val="1500"/>
              <a:buFont typeface="Mulish"/>
              <a:buAutoNum type="arabicPeriod"/>
            </a:pPr>
            <a:r>
              <a:rPr lang="en" sz="1500">
                <a:solidFill>
                  <a:srgbClr val="5C5C5F"/>
                </a:solidFill>
                <a:latin typeface="Mulish"/>
                <a:ea typeface="Mulish"/>
                <a:cs typeface="Mulish"/>
                <a:sym typeface="Mulish"/>
              </a:rPr>
              <a:t>Use proportion of predictions where y = 1 to flag potential class-imbalance/overfitting.</a:t>
            </a:r>
            <a:endParaRPr sz="1500">
              <a:solidFill>
                <a:srgbClr val="5C5C5F"/>
              </a:solidFill>
              <a:latin typeface="Mulish"/>
              <a:ea typeface="Mulish"/>
              <a:cs typeface="Mulish"/>
              <a:sym typeface="Mulish"/>
            </a:endParaRPr>
          </a:p>
          <a:p>
            <a:pPr indent="0" lvl="0" marL="0" rtl="0" algn="l">
              <a:lnSpc>
                <a:spcPct val="115000"/>
              </a:lnSpc>
              <a:spcBef>
                <a:spcPts val="0"/>
              </a:spcBef>
              <a:spcAft>
                <a:spcPts val="0"/>
              </a:spcAft>
              <a:buNone/>
            </a:pPr>
            <a:r>
              <a:t/>
            </a:r>
            <a:endParaRPr sz="1500">
              <a:solidFill>
                <a:srgbClr val="5C5C5F"/>
              </a:solidFill>
              <a:latin typeface="Mulish"/>
              <a:ea typeface="Mulish"/>
              <a:cs typeface="Mulish"/>
              <a:sym typeface="Mulish"/>
            </a:endParaRPr>
          </a:p>
          <a:p>
            <a:pPr indent="-323850" lvl="0" marL="457200" rtl="0" algn="l">
              <a:lnSpc>
                <a:spcPct val="115000"/>
              </a:lnSpc>
              <a:spcBef>
                <a:spcPts val="0"/>
              </a:spcBef>
              <a:spcAft>
                <a:spcPts val="0"/>
              </a:spcAft>
              <a:buClr>
                <a:schemeClr val="dk1"/>
              </a:buClr>
              <a:buSzPts val="1500"/>
              <a:buFont typeface="Mulish"/>
              <a:buAutoNum type="arabicPeriod"/>
            </a:pPr>
            <a:r>
              <a:rPr lang="en" sz="1500">
                <a:solidFill>
                  <a:schemeClr val="dk1"/>
                </a:solidFill>
                <a:latin typeface="Mulish"/>
                <a:ea typeface="Mulish"/>
                <a:cs typeface="Mulish"/>
                <a:sym typeface="Mulish"/>
              </a:rPr>
              <a:t>Evaluate each model using validation accuracy. Select model and hyperparameter combination which produces highest accuracy score on validation data.</a:t>
            </a:r>
            <a:endParaRPr sz="1500">
              <a:solidFill>
                <a:schemeClr val="dk1"/>
              </a:solidFill>
              <a:latin typeface="Mulish"/>
              <a:ea typeface="Mulish"/>
              <a:cs typeface="Mulish"/>
              <a:sym typeface="Mulish"/>
            </a:endParaRPr>
          </a:p>
          <a:p>
            <a:pPr indent="0" lvl="0" marL="0" rtl="0" algn="l">
              <a:lnSpc>
                <a:spcPct val="115000"/>
              </a:lnSpc>
              <a:spcBef>
                <a:spcPts val="0"/>
              </a:spcBef>
              <a:spcAft>
                <a:spcPts val="0"/>
              </a:spcAft>
              <a:buNone/>
            </a:pPr>
            <a:r>
              <a:t/>
            </a:r>
            <a:endParaRPr b="1" sz="1500">
              <a:solidFill>
                <a:srgbClr val="5C5C5F"/>
              </a:solidFill>
              <a:latin typeface="Mulish"/>
              <a:ea typeface="Mulish"/>
              <a:cs typeface="Mulish"/>
              <a:sym typeface="Mulish"/>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pic>
        <p:nvPicPr>
          <p:cNvPr id="636" name="Google Shape;636;p69" title="Screenshot 2025-11-28 at 12.44.26 PM.png"/>
          <p:cNvPicPr preferRelativeResize="0"/>
          <p:nvPr/>
        </p:nvPicPr>
        <p:blipFill>
          <a:blip r:embed="rId3">
            <a:alphaModFix/>
          </a:blip>
          <a:stretch>
            <a:fillRect/>
          </a:stretch>
        </p:blipFill>
        <p:spPr>
          <a:xfrm>
            <a:off x="369500" y="1082525"/>
            <a:ext cx="5475625" cy="2978449"/>
          </a:xfrm>
          <a:prstGeom prst="rect">
            <a:avLst/>
          </a:prstGeom>
          <a:noFill/>
          <a:ln>
            <a:noFill/>
          </a:ln>
        </p:spPr>
      </p:pic>
      <p:sp>
        <p:nvSpPr>
          <p:cNvPr id="637" name="Google Shape;637;p69"/>
          <p:cNvSpPr txBox="1"/>
          <p:nvPr/>
        </p:nvSpPr>
        <p:spPr>
          <a:xfrm>
            <a:off x="5741425" y="1047051"/>
            <a:ext cx="2963100" cy="29799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1"/>
              </a:buClr>
              <a:buSzPts val="1600"/>
              <a:buFont typeface="Mulish"/>
              <a:buChar char="-"/>
            </a:pPr>
            <a:r>
              <a:rPr lang="en" sz="1600">
                <a:solidFill>
                  <a:schemeClr val="dk1"/>
                </a:solidFill>
                <a:latin typeface="Mulish"/>
                <a:ea typeface="Mulish"/>
                <a:cs typeface="Mulish"/>
                <a:sym typeface="Mulish"/>
              </a:rPr>
              <a:t>Ra</a:t>
            </a:r>
            <a:r>
              <a:rPr lang="en" sz="1600">
                <a:solidFill>
                  <a:schemeClr val="dk1"/>
                </a:solidFill>
                <a:latin typeface="Mulish"/>
                <a:ea typeface="Mulish"/>
                <a:cs typeface="Mulish"/>
                <a:sym typeface="Mulish"/>
              </a:rPr>
              <a:t>ndom Forest</a:t>
            </a:r>
            <a:r>
              <a:rPr lang="en" sz="1600">
                <a:solidFill>
                  <a:schemeClr val="dk1"/>
                </a:solidFill>
                <a:latin typeface="Mulish"/>
                <a:ea typeface="Mulish"/>
                <a:cs typeface="Mulish"/>
                <a:sym typeface="Mulish"/>
              </a:rPr>
              <a:t> has the highest validation accuracy: 0.772 </a:t>
            </a:r>
            <a:endParaRPr sz="1600">
              <a:solidFill>
                <a:schemeClr val="dk1"/>
              </a:solidFill>
              <a:latin typeface="Mulish"/>
              <a:ea typeface="Mulish"/>
              <a:cs typeface="Mulish"/>
              <a:sym typeface="Mulish"/>
            </a:endParaRPr>
          </a:p>
          <a:p>
            <a:pPr indent="0" lvl="0" marL="457200" rtl="0" algn="l">
              <a:lnSpc>
                <a:spcPct val="115000"/>
              </a:lnSpc>
              <a:spcBef>
                <a:spcPts val="0"/>
              </a:spcBef>
              <a:spcAft>
                <a:spcPts val="0"/>
              </a:spcAft>
              <a:buNone/>
            </a:pPr>
            <a:r>
              <a:t/>
            </a:r>
            <a:endParaRPr sz="1600">
              <a:solidFill>
                <a:schemeClr val="dk1"/>
              </a:solidFill>
              <a:latin typeface="Mulish"/>
              <a:ea typeface="Mulish"/>
              <a:cs typeface="Mulish"/>
              <a:sym typeface="Mulish"/>
            </a:endParaRPr>
          </a:p>
          <a:p>
            <a:pPr indent="-330200" lvl="0" marL="457200" rtl="0" algn="l">
              <a:lnSpc>
                <a:spcPct val="115000"/>
              </a:lnSpc>
              <a:spcBef>
                <a:spcPts val="0"/>
              </a:spcBef>
              <a:spcAft>
                <a:spcPts val="0"/>
              </a:spcAft>
              <a:buClr>
                <a:schemeClr val="dk1"/>
              </a:buClr>
              <a:buSzPts val="1600"/>
              <a:buFont typeface="Mulish"/>
              <a:buChar char="-"/>
            </a:pPr>
            <a:r>
              <a:rPr lang="en" sz="1600">
                <a:solidFill>
                  <a:schemeClr val="dk1"/>
                </a:solidFill>
                <a:latin typeface="Mulish"/>
                <a:ea typeface="Mulish"/>
                <a:cs typeface="Mulish"/>
                <a:sym typeface="Mulish"/>
              </a:rPr>
              <a:t>Proportion of predictions where y=1: 0.5766</a:t>
            </a:r>
            <a:endParaRPr sz="1600">
              <a:solidFill>
                <a:schemeClr val="dk1"/>
              </a:solidFill>
              <a:latin typeface="Mulish"/>
              <a:ea typeface="Mulish"/>
              <a:cs typeface="Mulish"/>
              <a:sym typeface="Mulish"/>
            </a:endParaRPr>
          </a:p>
          <a:p>
            <a:pPr indent="0" lvl="0" marL="457200" rtl="0" algn="l">
              <a:lnSpc>
                <a:spcPct val="115000"/>
              </a:lnSpc>
              <a:spcBef>
                <a:spcPts val="0"/>
              </a:spcBef>
              <a:spcAft>
                <a:spcPts val="0"/>
              </a:spcAft>
              <a:buNone/>
            </a:pPr>
            <a:r>
              <a:t/>
            </a:r>
            <a:endParaRPr sz="1600">
              <a:solidFill>
                <a:schemeClr val="dk1"/>
              </a:solidFill>
              <a:latin typeface="Mulish"/>
              <a:ea typeface="Mulish"/>
              <a:cs typeface="Mulish"/>
              <a:sym typeface="Mulish"/>
            </a:endParaRPr>
          </a:p>
          <a:p>
            <a:pPr indent="-330200" lvl="0" marL="457200" rtl="0" algn="l">
              <a:lnSpc>
                <a:spcPct val="115000"/>
              </a:lnSpc>
              <a:spcBef>
                <a:spcPts val="0"/>
              </a:spcBef>
              <a:spcAft>
                <a:spcPts val="0"/>
              </a:spcAft>
              <a:buClr>
                <a:schemeClr val="dk1"/>
              </a:buClr>
              <a:buSzPts val="1600"/>
              <a:buFont typeface="Mulish"/>
              <a:buChar char="-"/>
            </a:pPr>
            <a:r>
              <a:rPr lang="en" sz="1600">
                <a:solidFill>
                  <a:schemeClr val="dk1"/>
                </a:solidFill>
                <a:latin typeface="Mulish"/>
                <a:ea typeface="Mulish"/>
                <a:cs typeface="Mulish"/>
                <a:sym typeface="Mulish"/>
              </a:rPr>
              <a:t>Plot shows feature importance using mean decrease impurity.</a:t>
            </a:r>
            <a:endParaRPr sz="1600">
              <a:solidFill>
                <a:schemeClr val="dk1"/>
              </a:solidFill>
              <a:latin typeface="Mulish"/>
              <a:ea typeface="Mulish"/>
              <a:cs typeface="Mulish"/>
              <a:sym typeface="Mulish"/>
            </a:endParaRPr>
          </a:p>
        </p:txBody>
      </p:sp>
      <p:sp>
        <p:nvSpPr>
          <p:cNvPr id="638" name="Google Shape;638;p69"/>
          <p:cNvSpPr txBox="1"/>
          <p:nvPr>
            <p:ph type="title"/>
          </p:nvPr>
        </p:nvSpPr>
        <p:spPr>
          <a:xfrm>
            <a:off x="523175" y="3531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Random Forest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pic>
        <p:nvPicPr>
          <p:cNvPr id="643" name="Google Shape;643;p70" title="Screenshot 2025-11-28 at 1.01.01 PM.png"/>
          <p:cNvPicPr preferRelativeResize="0"/>
          <p:nvPr/>
        </p:nvPicPr>
        <p:blipFill>
          <a:blip r:embed="rId3">
            <a:alphaModFix/>
          </a:blip>
          <a:stretch>
            <a:fillRect/>
          </a:stretch>
        </p:blipFill>
        <p:spPr>
          <a:xfrm>
            <a:off x="563225" y="374534"/>
            <a:ext cx="4577176" cy="4394450"/>
          </a:xfrm>
          <a:prstGeom prst="rect">
            <a:avLst/>
          </a:prstGeom>
          <a:noFill/>
          <a:ln>
            <a:noFill/>
          </a:ln>
        </p:spPr>
      </p:pic>
      <p:sp>
        <p:nvSpPr>
          <p:cNvPr id="644" name="Google Shape;644;p70"/>
          <p:cNvSpPr txBox="1"/>
          <p:nvPr/>
        </p:nvSpPr>
        <p:spPr>
          <a:xfrm>
            <a:off x="5300625" y="1001600"/>
            <a:ext cx="3486600" cy="3370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1500">
                <a:solidFill>
                  <a:schemeClr val="dk1"/>
                </a:solidFill>
                <a:latin typeface="Mulish"/>
                <a:ea typeface="Mulish"/>
                <a:cs typeface="Mulish"/>
                <a:sym typeface="Mulish"/>
              </a:rPr>
              <a:t>The Area Under the Curve (AUC) for our Random Forest is 0.84</a:t>
            </a:r>
            <a:endParaRPr sz="1500">
              <a:solidFill>
                <a:schemeClr val="dk1"/>
              </a:solidFill>
              <a:latin typeface="Mulish"/>
              <a:ea typeface="Mulish"/>
              <a:cs typeface="Mulish"/>
              <a:sym typeface="Mulish"/>
            </a:endParaRPr>
          </a:p>
          <a:p>
            <a:pPr indent="0" lvl="0" marL="0" rtl="0" algn="just">
              <a:spcBef>
                <a:spcPts val="0"/>
              </a:spcBef>
              <a:spcAft>
                <a:spcPts val="0"/>
              </a:spcAft>
              <a:buNone/>
            </a:pPr>
            <a:r>
              <a:t/>
            </a:r>
            <a:endParaRPr sz="1500">
              <a:solidFill>
                <a:schemeClr val="dk1"/>
              </a:solidFill>
              <a:latin typeface="Mulish"/>
              <a:ea typeface="Mulish"/>
              <a:cs typeface="Mulish"/>
              <a:sym typeface="Mulish"/>
            </a:endParaRPr>
          </a:p>
          <a:p>
            <a:pPr indent="0" lvl="0" marL="0" rtl="0" algn="just">
              <a:spcBef>
                <a:spcPts val="0"/>
              </a:spcBef>
              <a:spcAft>
                <a:spcPts val="0"/>
              </a:spcAft>
              <a:buNone/>
            </a:pPr>
            <a:r>
              <a:rPr lang="en" sz="1500">
                <a:solidFill>
                  <a:schemeClr val="dk1"/>
                </a:solidFill>
                <a:latin typeface="Mulish"/>
                <a:ea typeface="Mulish"/>
                <a:cs typeface="Mulish"/>
                <a:sym typeface="Mulish"/>
              </a:rPr>
              <a:t>This means if we randomly pick one hit and one flop, there’s about an 84% chance the model assigns a higher score to the hit than to the flop.</a:t>
            </a:r>
            <a:endParaRPr sz="1500">
              <a:solidFill>
                <a:schemeClr val="dk1"/>
              </a:solidFill>
              <a:latin typeface="Mulish"/>
              <a:ea typeface="Mulish"/>
              <a:cs typeface="Mulish"/>
              <a:sym typeface="Mulish"/>
            </a:endParaRPr>
          </a:p>
          <a:p>
            <a:pPr indent="0" lvl="0" marL="0" rtl="0" algn="just">
              <a:spcBef>
                <a:spcPts val="0"/>
              </a:spcBef>
              <a:spcAft>
                <a:spcPts val="0"/>
              </a:spcAft>
              <a:buNone/>
            </a:pPr>
            <a:r>
              <a:t/>
            </a:r>
            <a:endParaRPr sz="1500">
              <a:solidFill>
                <a:schemeClr val="dk1"/>
              </a:solidFill>
              <a:latin typeface="Mulish"/>
              <a:ea typeface="Mulish"/>
              <a:cs typeface="Mulish"/>
              <a:sym typeface="Mulish"/>
            </a:endParaRPr>
          </a:p>
          <a:p>
            <a:pPr indent="0" lvl="0" marL="0" rtl="0" algn="just">
              <a:spcBef>
                <a:spcPts val="0"/>
              </a:spcBef>
              <a:spcAft>
                <a:spcPts val="0"/>
              </a:spcAft>
              <a:buNone/>
            </a:pPr>
            <a:r>
              <a:rPr lang="en" sz="1500">
                <a:solidFill>
                  <a:schemeClr val="dk1"/>
                </a:solidFill>
                <a:latin typeface="Mulish"/>
                <a:ea typeface="Mulish"/>
                <a:cs typeface="Mulish"/>
                <a:sym typeface="Mulish"/>
              </a:rPr>
              <a:t>This indicates strong ranking performance, meaning the model is good at ordering songs from “more likely to be a hit” to “less likely”.</a:t>
            </a:r>
            <a:endParaRPr sz="1500">
              <a:solidFill>
                <a:schemeClr val="dk1"/>
              </a:solidFill>
              <a:latin typeface="Mulish"/>
              <a:ea typeface="Mulish"/>
              <a:cs typeface="Mulish"/>
              <a:sym typeface="Mulish"/>
            </a:endParaRPr>
          </a:p>
          <a:p>
            <a:pPr indent="0" lvl="0" marL="0" rtl="0" algn="just">
              <a:spcBef>
                <a:spcPts val="0"/>
              </a:spcBef>
              <a:spcAft>
                <a:spcPts val="0"/>
              </a:spcAft>
              <a:buNone/>
            </a:pPr>
            <a:r>
              <a:t/>
            </a:r>
            <a:endParaRPr sz="1500">
              <a:solidFill>
                <a:schemeClr val="dk1"/>
              </a:solidFill>
              <a:latin typeface="Mulish"/>
              <a:ea typeface="Mulish"/>
              <a:cs typeface="Mulish"/>
              <a:sym typeface="Mulish"/>
            </a:endParaRPr>
          </a:p>
          <a:p>
            <a:pPr indent="0" lvl="0" marL="0" rtl="0" algn="just">
              <a:spcBef>
                <a:spcPts val="0"/>
              </a:spcBef>
              <a:spcAft>
                <a:spcPts val="0"/>
              </a:spcAft>
              <a:buNone/>
            </a:pPr>
            <a:r>
              <a:t/>
            </a:r>
            <a:endParaRPr sz="1500">
              <a:solidFill>
                <a:schemeClr val="dk1"/>
              </a:solidFill>
              <a:latin typeface="Mulish"/>
              <a:ea typeface="Mulish"/>
              <a:cs typeface="Mulish"/>
              <a:sym typeface="Mulish"/>
            </a:endParaRPr>
          </a:p>
          <a:p>
            <a:pPr indent="0" lvl="0" marL="0" rtl="0" algn="just">
              <a:spcBef>
                <a:spcPts val="0"/>
              </a:spcBef>
              <a:spcAft>
                <a:spcPts val="0"/>
              </a:spcAft>
              <a:buNone/>
            </a:pPr>
            <a:r>
              <a:t/>
            </a:r>
            <a:endParaRPr sz="1500">
              <a:solidFill>
                <a:schemeClr val="dk1"/>
              </a:solidFill>
              <a:latin typeface="Mulish"/>
              <a:ea typeface="Mulish"/>
              <a:cs typeface="Mulish"/>
              <a:sym typeface="Mulish"/>
            </a:endParaRPr>
          </a:p>
          <a:p>
            <a:pPr indent="0" lvl="0" marL="0" rtl="0" algn="just">
              <a:spcBef>
                <a:spcPts val="0"/>
              </a:spcBef>
              <a:spcAft>
                <a:spcPts val="0"/>
              </a:spcAft>
              <a:buNone/>
            </a:pPr>
            <a:r>
              <a:t/>
            </a:r>
            <a:endParaRPr sz="1500">
              <a:solidFill>
                <a:schemeClr val="dk1"/>
              </a:solidFill>
              <a:latin typeface="Mulish"/>
              <a:ea typeface="Mulish"/>
              <a:cs typeface="Mulish"/>
              <a:sym typeface="Mulish"/>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7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Confusion Matrix of Best Model (Random Forest) </a:t>
            </a:r>
            <a:endParaRPr sz="2000"/>
          </a:p>
        </p:txBody>
      </p:sp>
      <p:sp>
        <p:nvSpPr>
          <p:cNvPr id="650" name="Google Shape;650;p71"/>
          <p:cNvSpPr txBox="1"/>
          <p:nvPr>
            <p:ph idx="1" type="body"/>
          </p:nvPr>
        </p:nvSpPr>
        <p:spPr>
          <a:xfrm>
            <a:off x="720000" y="1129700"/>
            <a:ext cx="7704000" cy="339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model correctly identifies 275 hits and 227 flops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Most errors are false positives (93 cases):</a:t>
            </a:r>
            <a:endParaRPr/>
          </a:p>
          <a:p>
            <a:pPr indent="-279400" lvl="0" marL="457200" rtl="0" algn="l">
              <a:spcBef>
                <a:spcPts val="0"/>
              </a:spcBef>
              <a:spcAft>
                <a:spcPts val="0"/>
              </a:spcAft>
              <a:buSzPts val="800"/>
              <a:buChar char="-"/>
            </a:pPr>
            <a:r>
              <a:rPr lang="en"/>
              <a:t>The model predicted a flop song as a hit.</a:t>
            </a:r>
            <a:endParaRPr/>
          </a:p>
          <a:p>
            <a:pPr indent="-279400" lvl="0" marL="457200" rtl="0" algn="l">
              <a:spcBef>
                <a:spcPts val="0"/>
              </a:spcBef>
              <a:spcAft>
                <a:spcPts val="0"/>
              </a:spcAft>
              <a:buSzPts val="800"/>
              <a:buChar char="-"/>
            </a:pPr>
            <a:r>
              <a:rPr lang="en"/>
              <a:t>This means some flops resemble hits in their audio features.</a:t>
            </a:r>
            <a:endParaRPr/>
          </a:p>
          <a:p>
            <a:pPr indent="0" lvl="0" marL="0" rtl="0" algn="l">
              <a:spcBef>
                <a:spcPts val="0"/>
              </a:spcBef>
              <a:spcAft>
                <a:spcPts val="0"/>
              </a:spcAft>
              <a:buNone/>
            </a:pPr>
            <a:r>
              <a:rPr lang="en"/>
              <a:t>There were 45 false negatives:</a:t>
            </a:r>
            <a:endParaRPr/>
          </a:p>
          <a:p>
            <a:pPr indent="-279400" lvl="0" marL="457200" rtl="0" algn="l">
              <a:spcBef>
                <a:spcPts val="0"/>
              </a:spcBef>
              <a:spcAft>
                <a:spcPts val="0"/>
              </a:spcAft>
              <a:buSzPts val="800"/>
              <a:buChar char="-"/>
            </a:pPr>
            <a:r>
              <a:rPr lang="en"/>
              <a:t>Real hits the model missed.</a:t>
            </a:r>
            <a:endParaRPr/>
          </a:p>
          <a:p>
            <a:pPr indent="-279400" lvl="0" marL="457200" rtl="0" algn="l">
              <a:spcBef>
                <a:spcPts val="0"/>
              </a:spcBef>
              <a:spcAft>
                <a:spcPts val="0"/>
              </a:spcAft>
              <a:buSzPts val="800"/>
              <a:buChar char="-"/>
            </a:pPr>
            <a:r>
              <a:rPr lang="en"/>
              <a:t>These tracks may have unusual characteristics not typical of most hits.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model is better at identifying actual hits (TP = 275) than flops.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Combined with the AUC = 0.84, this shows the model distinguishes hits vs. flops well, but some borderline cases remain ambiguous.</a:t>
            </a:r>
            <a:endParaRPr/>
          </a:p>
          <a:p>
            <a:pPr indent="0" lvl="0" marL="0" rtl="0" algn="l">
              <a:spcBef>
                <a:spcPts val="0"/>
              </a:spcBef>
              <a:spcAft>
                <a:spcPts val="0"/>
              </a:spcAft>
              <a:buNone/>
            </a:pPr>
            <a:r>
              <a:t/>
            </a:r>
            <a:endParaRPr/>
          </a:p>
        </p:txBody>
      </p:sp>
      <p:pic>
        <p:nvPicPr>
          <p:cNvPr id="651" name="Google Shape;651;p71" title="Screenshot 2025-11-28 at 1.32.50 PM.png"/>
          <p:cNvPicPr preferRelativeResize="0"/>
          <p:nvPr/>
        </p:nvPicPr>
        <p:blipFill>
          <a:blip r:embed="rId3">
            <a:alphaModFix/>
          </a:blip>
          <a:stretch>
            <a:fillRect/>
          </a:stretch>
        </p:blipFill>
        <p:spPr>
          <a:xfrm>
            <a:off x="5511854" y="1004912"/>
            <a:ext cx="3399150" cy="1018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pic>
        <p:nvPicPr>
          <p:cNvPr id="656" name="Google Shape;656;p72" title="Screenshot 2025-12-03 at 5.05.00 PM.png"/>
          <p:cNvPicPr preferRelativeResize="0"/>
          <p:nvPr/>
        </p:nvPicPr>
        <p:blipFill>
          <a:blip r:embed="rId3">
            <a:alphaModFix/>
          </a:blip>
          <a:stretch>
            <a:fillRect/>
          </a:stretch>
        </p:blipFill>
        <p:spPr>
          <a:xfrm>
            <a:off x="512125" y="343925"/>
            <a:ext cx="4586850" cy="4410000"/>
          </a:xfrm>
          <a:prstGeom prst="rect">
            <a:avLst/>
          </a:prstGeom>
          <a:noFill/>
          <a:ln>
            <a:noFill/>
          </a:ln>
        </p:spPr>
      </p:pic>
      <p:sp>
        <p:nvSpPr>
          <p:cNvPr id="657" name="Google Shape;657;p72"/>
          <p:cNvSpPr txBox="1"/>
          <p:nvPr/>
        </p:nvSpPr>
        <p:spPr>
          <a:xfrm>
            <a:off x="5321625" y="366750"/>
            <a:ext cx="3250800" cy="441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1700">
              <a:solidFill>
                <a:schemeClr val="dk1"/>
              </a:solidFill>
              <a:latin typeface="Mulish"/>
              <a:ea typeface="Mulish"/>
              <a:cs typeface="Mulish"/>
              <a:sym typeface="Mulish"/>
            </a:endParaRPr>
          </a:p>
          <a:p>
            <a:pPr indent="0" lvl="0" marL="0" rtl="0" algn="ctr">
              <a:spcBef>
                <a:spcPts val="0"/>
              </a:spcBef>
              <a:spcAft>
                <a:spcPts val="0"/>
              </a:spcAft>
              <a:buNone/>
            </a:pPr>
            <a:r>
              <a:t/>
            </a:r>
            <a:endParaRPr sz="1700">
              <a:solidFill>
                <a:schemeClr val="dk1"/>
              </a:solidFill>
              <a:latin typeface="Mulish"/>
              <a:ea typeface="Mulish"/>
              <a:cs typeface="Mulish"/>
              <a:sym typeface="Mulish"/>
            </a:endParaRPr>
          </a:p>
          <a:p>
            <a:pPr indent="0" lvl="0" marL="0" rtl="0" algn="ctr">
              <a:spcBef>
                <a:spcPts val="0"/>
              </a:spcBef>
              <a:spcAft>
                <a:spcPts val="0"/>
              </a:spcAft>
              <a:buNone/>
            </a:pPr>
            <a:r>
              <a:t/>
            </a:r>
            <a:endParaRPr sz="1700">
              <a:solidFill>
                <a:schemeClr val="dk1"/>
              </a:solidFill>
              <a:latin typeface="Mulish"/>
              <a:ea typeface="Mulish"/>
              <a:cs typeface="Mulish"/>
              <a:sym typeface="Mulish"/>
            </a:endParaRPr>
          </a:p>
          <a:p>
            <a:pPr indent="-336550" lvl="0" marL="457200" rtl="0" algn="l">
              <a:spcBef>
                <a:spcPts val="0"/>
              </a:spcBef>
              <a:spcAft>
                <a:spcPts val="0"/>
              </a:spcAft>
              <a:buClr>
                <a:schemeClr val="dk1"/>
              </a:buClr>
              <a:buSzPts val="1700"/>
              <a:buFont typeface="Mulish"/>
              <a:buChar char="-"/>
            </a:pPr>
            <a:r>
              <a:rPr lang="en" sz="1700">
                <a:solidFill>
                  <a:schemeClr val="dk1"/>
                </a:solidFill>
                <a:latin typeface="Mulish"/>
                <a:ea typeface="Mulish"/>
                <a:cs typeface="Mulish"/>
                <a:sym typeface="Mulish"/>
              </a:rPr>
              <a:t>Average Precision = 0.79</a:t>
            </a:r>
            <a:endParaRPr sz="1700">
              <a:solidFill>
                <a:schemeClr val="dk1"/>
              </a:solidFill>
              <a:latin typeface="Mulish"/>
              <a:ea typeface="Mulish"/>
              <a:cs typeface="Mulish"/>
              <a:sym typeface="Mulish"/>
            </a:endParaRPr>
          </a:p>
          <a:p>
            <a:pPr indent="0" lvl="0" marL="0" rtl="0" algn="ctr">
              <a:spcBef>
                <a:spcPts val="0"/>
              </a:spcBef>
              <a:spcAft>
                <a:spcPts val="0"/>
              </a:spcAft>
              <a:buNone/>
            </a:pPr>
            <a:r>
              <a:t/>
            </a:r>
            <a:endParaRPr sz="1700">
              <a:solidFill>
                <a:schemeClr val="dk1"/>
              </a:solidFill>
              <a:latin typeface="Mulish"/>
              <a:ea typeface="Mulish"/>
              <a:cs typeface="Mulish"/>
              <a:sym typeface="Mulish"/>
            </a:endParaRPr>
          </a:p>
          <a:p>
            <a:pPr indent="-330200" lvl="0" marL="457200" rtl="0" algn="l">
              <a:spcBef>
                <a:spcPts val="0"/>
              </a:spcBef>
              <a:spcAft>
                <a:spcPts val="0"/>
              </a:spcAft>
              <a:buClr>
                <a:schemeClr val="dk1"/>
              </a:buClr>
              <a:buSzPts val="1600"/>
              <a:buFont typeface="Mulish"/>
              <a:buChar char="-"/>
            </a:pPr>
            <a:r>
              <a:rPr lang="en" sz="1600">
                <a:solidFill>
                  <a:schemeClr val="dk1"/>
                </a:solidFill>
                <a:latin typeface="Mulish"/>
                <a:ea typeface="Mulish"/>
                <a:cs typeface="Mulish"/>
                <a:sym typeface="Mulish"/>
              </a:rPr>
              <a:t>Model achieves 80% </a:t>
            </a:r>
            <a:r>
              <a:rPr lang="en" sz="1600">
                <a:solidFill>
                  <a:schemeClr val="dk1"/>
                </a:solidFill>
                <a:latin typeface="Mulish"/>
                <a:ea typeface="Mulish"/>
                <a:cs typeface="Mulish"/>
                <a:sym typeface="Mulish"/>
              </a:rPr>
              <a:t>recall</a:t>
            </a:r>
            <a:r>
              <a:rPr lang="en" sz="1600">
                <a:solidFill>
                  <a:schemeClr val="dk1"/>
                </a:solidFill>
                <a:latin typeface="Mulish"/>
                <a:ea typeface="Mulish"/>
                <a:cs typeface="Mulish"/>
                <a:sym typeface="Mulish"/>
              </a:rPr>
              <a:t> with 80% precision</a:t>
            </a:r>
            <a:endParaRPr sz="1600">
              <a:solidFill>
                <a:schemeClr val="dk1"/>
              </a:solidFill>
              <a:latin typeface="Mulish"/>
              <a:ea typeface="Mulish"/>
              <a:cs typeface="Mulish"/>
              <a:sym typeface="Mulish"/>
            </a:endParaRPr>
          </a:p>
          <a:p>
            <a:pPr indent="0" lvl="0" marL="0" rtl="0" algn="l">
              <a:spcBef>
                <a:spcPts val="0"/>
              </a:spcBef>
              <a:spcAft>
                <a:spcPts val="0"/>
              </a:spcAft>
              <a:buNone/>
            </a:pPr>
            <a:r>
              <a:t/>
            </a:r>
            <a:endParaRPr sz="1600">
              <a:solidFill>
                <a:schemeClr val="dk1"/>
              </a:solidFill>
              <a:latin typeface="Mulish"/>
              <a:ea typeface="Mulish"/>
              <a:cs typeface="Mulish"/>
              <a:sym typeface="Mulish"/>
            </a:endParaRPr>
          </a:p>
          <a:p>
            <a:pPr indent="-330200" lvl="0" marL="457200" rtl="0" algn="l">
              <a:spcBef>
                <a:spcPts val="0"/>
              </a:spcBef>
              <a:spcAft>
                <a:spcPts val="0"/>
              </a:spcAft>
              <a:buClr>
                <a:schemeClr val="dk1"/>
              </a:buClr>
              <a:buSzPts val="1600"/>
              <a:buFont typeface="Mulish"/>
              <a:buChar char="-"/>
            </a:pPr>
            <a:r>
              <a:rPr lang="en" sz="1600">
                <a:solidFill>
                  <a:schemeClr val="dk1"/>
                </a:solidFill>
                <a:latin typeface="Mulish"/>
                <a:ea typeface="Mulish"/>
                <a:cs typeface="Mulish"/>
                <a:sym typeface="Mulish"/>
              </a:rPr>
              <a:t>Precision drops when targeting 90%+ recall because of hits with atypical audio features </a:t>
            </a:r>
            <a:endParaRPr sz="1600">
              <a:solidFill>
                <a:schemeClr val="dk1"/>
              </a:solidFill>
              <a:latin typeface="Mulish"/>
              <a:ea typeface="Mulish"/>
              <a:cs typeface="Mulish"/>
              <a:sym typeface="Mulish"/>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7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Weaknesses/Limitations</a:t>
            </a:r>
            <a:endParaRPr sz="2700"/>
          </a:p>
          <a:p>
            <a:pPr indent="0" lvl="0" marL="0" rtl="0" algn="l">
              <a:spcBef>
                <a:spcPts val="0"/>
              </a:spcBef>
              <a:spcAft>
                <a:spcPts val="0"/>
              </a:spcAft>
              <a:buNone/>
            </a:pPr>
            <a:r>
              <a:t/>
            </a:r>
            <a:endParaRPr sz="2700"/>
          </a:p>
        </p:txBody>
      </p:sp>
      <p:sp>
        <p:nvSpPr>
          <p:cNvPr id="663" name="Google Shape;663;p73"/>
          <p:cNvSpPr txBox="1"/>
          <p:nvPr>
            <p:ph idx="1" type="body"/>
          </p:nvPr>
        </p:nvSpPr>
        <p:spPr>
          <a:xfrm>
            <a:off x="368475" y="1215763"/>
            <a:ext cx="5973900" cy="3233100"/>
          </a:xfrm>
          <a:prstGeom prst="rect">
            <a:avLst/>
          </a:prstGeom>
        </p:spPr>
        <p:txBody>
          <a:bodyPr anchorCtr="0" anchor="t" bIns="91425" lIns="91425" spcFirstLastPara="1" rIns="91425" wrap="square" tIns="91425">
            <a:noAutofit/>
          </a:bodyPr>
          <a:lstStyle/>
          <a:p>
            <a:pPr indent="-285750" lvl="0" marL="457200" rtl="0" algn="l">
              <a:spcBef>
                <a:spcPts val="0"/>
              </a:spcBef>
              <a:spcAft>
                <a:spcPts val="0"/>
              </a:spcAft>
              <a:buSzPts val="900"/>
              <a:buChar char="-"/>
            </a:pPr>
            <a:r>
              <a:rPr lang="en" sz="1500"/>
              <a:t>Did not consider additional variables beyond the 6 selected.</a:t>
            </a:r>
            <a:endParaRPr sz="1500"/>
          </a:p>
          <a:p>
            <a:pPr indent="0" lvl="0" marL="0" rtl="0" algn="l">
              <a:spcBef>
                <a:spcPts val="0"/>
              </a:spcBef>
              <a:spcAft>
                <a:spcPts val="0"/>
              </a:spcAft>
              <a:buNone/>
            </a:pPr>
            <a:r>
              <a:t/>
            </a:r>
            <a:endParaRPr sz="1500"/>
          </a:p>
          <a:p>
            <a:pPr indent="-285750" lvl="0" marL="457200" rtl="0" algn="l">
              <a:spcBef>
                <a:spcPts val="0"/>
              </a:spcBef>
              <a:spcAft>
                <a:spcPts val="0"/>
              </a:spcAft>
              <a:buSzPts val="900"/>
              <a:buChar char="-"/>
            </a:pPr>
            <a:r>
              <a:rPr lang="en" sz="1500"/>
              <a:t>Selected Spotify dataset is for the 10s. (Songs released starting from 1/1/2010, ending 12/31/2019). It is possible that music tastes have changed, causing the model to not be generalizable/applicable to today’s music charts.</a:t>
            </a:r>
            <a:endParaRPr sz="1500"/>
          </a:p>
          <a:p>
            <a:pPr indent="0" lvl="0" marL="0" rtl="0" algn="l">
              <a:spcBef>
                <a:spcPts val="0"/>
              </a:spcBef>
              <a:spcAft>
                <a:spcPts val="0"/>
              </a:spcAft>
              <a:buNone/>
            </a:pPr>
            <a:r>
              <a:t/>
            </a:r>
            <a:endParaRPr sz="1500"/>
          </a:p>
          <a:p>
            <a:pPr indent="-285750" lvl="0" marL="457200" rtl="0" algn="l">
              <a:spcBef>
                <a:spcPts val="0"/>
              </a:spcBef>
              <a:spcAft>
                <a:spcPts val="0"/>
              </a:spcAft>
              <a:buSzPts val="900"/>
              <a:buChar char="-"/>
            </a:pPr>
            <a:r>
              <a:rPr lang="en" sz="1500"/>
              <a:t>The Spotify dataset limited to song metrics. It is possible that data beyond song metrics </a:t>
            </a:r>
            <a:r>
              <a:rPr lang="en" sz="1500"/>
              <a:t>may have been highly predictive of hit/flop</a:t>
            </a:r>
            <a:endParaRPr sz="1500"/>
          </a:p>
          <a:p>
            <a:pPr indent="-323850" lvl="1" marL="914400" rtl="0" algn="l">
              <a:spcBef>
                <a:spcPts val="0"/>
              </a:spcBef>
              <a:spcAft>
                <a:spcPts val="0"/>
              </a:spcAft>
              <a:buSzPts val="1500"/>
              <a:buChar char="-"/>
            </a:pPr>
            <a:r>
              <a:rPr lang="en" sz="1500"/>
              <a:t>Ex: number of tour shows, number of grammys awarded</a:t>
            </a:r>
            <a:endParaRPr sz="1500"/>
          </a:p>
        </p:txBody>
      </p:sp>
      <p:pic>
        <p:nvPicPr>
          <p:cNvPr descr="Today's Top Hits (@todaystophits ..." id="664" name="Google Shape;664;p73"/>
          <p:cNvPicPr preferRelativeResize="0"/>
          <p:nvPr/>
        </p:nvPicPr>
        <p:blipFill>
          <a:blip r:embed="rId3">
            <a:alphaModFix/>
          </a:blip>
          <a:stretch>
            <a:fillRect/>
          </a:stretch>
        </p:blipFill>
        <p:spPr>
          <a:xfrm>
            <a:off x="6625925" y="1760738"/>
            <a:ext cx="2143125" cy="2143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74"/>
          <p:cNvSpPr txBox="1"/>
          <p:nvPr/>
        </p:nvSpPr>
        <p:spPr>
          <a:xfrm>
            <a:off x="720025" y="1610978"/>
            <a:ext cx="7704000" cy="24072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t/>
            </a:r>
            <a:endParaRPr b="1">
              <a:solidFill>
                <a:srgbClr val="5C5C5F"/>
              </a:solidFill>
              <a:latin typeface="Mulish"/>
              <a:ea typeface="Mulish"/>
              <a:cs typeface="Mulish"/>
              <a:sym typeface="Mulish"/>
            </a:endParaRPr>
          </a:p>
          <a:p>
            <a:pPr indent="0" lvl="0" marL="0" rtl="0" algn="l">
              <a:lnSpc>
                <a:spcPct val="115000"/>
              </a:lnSpc>
              <a:spcBef>
                <a:spcPts val="0"/>
              </a:spcBef>
              <a:spcAft>
                <a:spcPts val="0"/>
              </a:spcAft>
              <a:buNone/>
            </a:pPr>
            <a:r>
              <a:t/>
            </a:r>
            <a:endParaRPr b="1">
              <a:solidFill>
                <a:srgbClr val="5C5C5F"/>
              </a:solidFill>
              <a:latin typeface="Mulish"/>
              <a:ea typeface="Mulish"/>
              <a:cs typeface="Mulish"/>
              <a:sym typeface="Mulish"/>
            </a:endParaRPr>
          </a:p>
        </p:txBody>
      </p:sp>
      <p:sp>
        <p:nvSpPr>
          <p:cNvPr id="670" name="Google Shape;670;p74"/>
          <p:cNvSpPr txBox="1"/>
          <p:nvPr>
            <p:ph type="title"/>
          </p:nvPr>
        </p:nvSpPr>
        <p:spPr>
          <a:xfrm>
            <a:off x="1984852" y="1332775"/>
            <a:ext cx="5101800" cy="105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7000"/>
              <a:t>Thanks!</a:t>
            </a:r>
            <a:endParaRPr sz="7000"/>
          </a:p>
        </p:txBody>
      </p:sp>
      <p:sp>
        <p:nvSpPr>
          <p:cNvPr id="671" name="Google Shape;671;p74"/>
          <p:cNvSpPr txBox="1"/>
          <p:nvPr>
            <p:ph idx="4294967295" type="subTitle"/>
          </p:nvPr>
        </p:nvSpPr>
        <p:spPr>
          <a:xfrm>
            <a:off x="2348000" y="2858100"/>
            <a:ext cx="4448100" cy="123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chemeClr val="dk2"/>
                </a:solidFill>
                <a:latin typeface="Quicksand"/>
                <a:ea typeface="Quicksand"/>
                <a:cs typeface="Quicksand"/>
                <a:sym typeface="Quicksand"/>
              </a:rPr>
              <a:t>Q</a:t>
            </a:r>
            <a:r>
              <a:rPr b="1" lang="en" sz="4000">
                <a:solidFill>
                  <a:schemeClr val="dk2"/>
                </a:solidFill>
                <a:latin typeface="Quicksand"/>
                <a:ea typeface="Quicksand"/>
                <a:cs typeface="Quicksand"/>
                <a:sym typeface="Quicksand"/>
              </a:rPr>
              <a:t>uestions?</a:t>
            </a:r>
            <a:endParaRPr b="1" sz="4000">
              <a:solidFill>
                <a:schemeClr val="dk2"/>
              </a:solidFill>
              <a:latin typeface="Quicksand"/>
              <a:ea typeface="Quicksand"/>
              <a:cs typeface="Quicksand"/>
              <a:sym typeface="Quicksand"/>
            </a:endParaRPr>
          </a:p>
          <a:p>
            <a:pPr indent="0" lvl="0" marL="0" rtl="0" algn="l">
              <a:spcBef>
                <a:spcPts val="1600"/>
              </a:spcBef>
              <a:spcAft>
                <a:spcPts val="1600"/>
              </a:spcAft>
              <a:buNone/>
            </a:pPr>
            <a:r>
              <a:t/>
            </a:r>
            <a:endParaRPr sz="4000"/>
          </a:p>
        </p:txBody>
      </p:sp>
      <p:cxnSp>
        <p:nvCxnSpPr>
          <p:cNvPr id="672" name="Google Shape;672;p74"/>
          <p:cNvCxnSpPr/>
          <p:nvPr/>
        </p:nvCxnSpPr>
        <p:spPr>
          <a:xfrm>
            <a:off x="1984850" y="2571750"/>
            <a:ext cx="4740000" cy="0"/>
          </a:xfrm>
          <a:prstGeom prst="straightConnector1">
            <a:avLst/>
          </a:prstGeom>
          <a:noFill/>
          <a:ln cap="flat" cmpd="sng" w="19050">
            <a:solidFill>
              <a:schemeClr val="lt1"/>
            </a:solidFill>
            <a:prstDash val="solid"/>
            <a:round/>
            <a:headEnd len="med" w="med" type="oval"/>
            <a:tailEnd len="med" w="med" type="oval"/>
          </a:ln>
        </p:spPr>
      </p:cxnSp>
      <p:sp>
        <p:nvSpPr>
          <p:cNvPr id="673" name="Google Shape;673;p74"/>
          <p:cNvSpPr/>
          <p:nvPr/>
        </p:nvSpPr>
        <p:spPr>
          <a:xfrm>
            <a:off x="1650450" y="1802463"/>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74"/>
          <p:cNvSpPr/>
          <p:nvPr/>
        </p:nvSpPr>
        <p:spPr>
          <a:xfrm>
            <a:off x="7254150" y="1802463"/>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74"/>
          <p:cNvSpPr/>
          <p:nvPr/>
        </p:nvSpPr>
        <p:spPr>
          <a:xfrm>
            <a:off x="2562625" y="3181663"/>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74"/>
          <p:cNvSpPr/>
          <p:nvPr/>
        </p:nvSpPr>
        <p:spPr>
          <a:xfrm>
            <a:off x="6265850" y="3181663"/>
            <a:ext cx="239400" cy="239400"/>
          </a:xfrm>
          <a:prstGeom prst="star4">
            <a:avLst>
              <a:gd fmla="val 15727"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80" name="Shape 680"/>
        <p:cNvGrpSpPr/>
        <p:nvPr/>
      </p:nvGrpSpPr>
      <p:grpSpPr>
        <a:xfrm>
          <a:off x="0" y="0"/>
          <a:ext cx="0" cy="0"/>
          <a:chOff x="0" y="0"/>
          <a:chExt cx="0" cy="0"/>
        </a:xfrm>
      </p:grpSpPr>
      <p:pic>
        <p:nvPicPr>
          <p:cNvPr id="681" name="Google Shape;681;p75" title="Screenshot 2025-12-08 at 8.27.38 PM.png"/>
          <p:cNvPicPr preferRelativeResize="0"/>
          <p:nvPr/>
        </p:nvPicPr>
        <p:blipFill>
          <a:blip r:embed="rId3">
            <a:alphaModFix/>
          </a:blip>
          <a:stretch>
            <a:fillRect/>
          </a:stretch>
        </p:blipFill>
        <p:spPr>
          <a:xfrm>
            <a:off x="685786" y="532750"/>
            <a:ext cx="2721690" cy="2084801"/>
          </a:xfrm>
          <a:prstGeom prst="rect">
            <a:avLst/>
          </a:prstGeom>
          <a:noFill/>
          <a:ln>
            <a:noFill/>
          </a:ln>
        </p:spPr>
      </p:pic>
      <p:pic>
        <p:nvPicPr>
          <p:cNvPr id="682" name="Google Shape;682;p75" title="Screenshot 2025-12-08 at 8.28.24 PM.png"/>
          <p:cNvPicPr preferRelativeResize="0"/>
          <p:nvPr/>
        </p:nvPicPr>
        <p:blipFill>
          <a:blip r:embed="rId4">
            <a:alphaModFix/>
          </a:blip>
          <a:stretch>
            <a:fillRect/>
          </a:stretch>
        </p:blipFill>
        <p:spPr>
          <a:xfrm>
            <a:off x="3370175" y="624500"/>
            <a:ext cx="2721701" cy="2056179"/>
          </a:xfrm>
          <a:prstGeom prst="rect">
            <a:avLst/>
          </a:prstGeom>
          <a:noFill/>
          <a:ln>
            <a:noFill/>
          </a:ln>
        </p:spPr>
      </p:pic>
      <p:pic>
        <p:nvPicPr>
          <p:cNvPr id="683" name="Google Shape;683;p75" title="Screenshot 2025-12-08 at 8.29.02 PM.png"/>
          <p:cNvPicPr preferRelativeResize="0"/>
          <p:nvPr/>
        </p:nvPicPr>
        <p:blipFill>
          <a:blip r:embed="rId5">
            <a:alphaModFix/>
          </a:blip>
          <a:stretch>
            <a:fillRect/>
          </a:stretch>
        </p:blipFill>
        <p:spPr>
          <a:xfrm>
            <a:off x="6091875" y="583000"/>
            <a:ext cx="2721700" cy="1984276"/>
          </a:xfrm>
          <a:prstGeom prst="rect">
            <a:avLst/>
          </a:prstGeom>
          <a:noFill/>
          <a:ln>
            <a:noFill/>
          </a:ln>
        </p:spPr>
      </p:pic>
      <p:pic>
        <p:nvPicPr>
          <p:cNvPr id="684" name="Google Shape;684;p75" title="Screenshot 2025-12-08 at 8.30.49 PM.png"/>
          <p:cNvPicPr preferRelativeResize="0"/>
          <p:nvPr/>
        </p:nvPicPr>
        <p:blipFill>
          <a:blip r:embed="rId6">
            <a:alphaModFix/>
          </a:blip>
          <a:stretch>
            <a:fillRect/>
          </a:stretch>
        </p:blipFill>
        <p:spPr>
          <a:xfrm>
            <a:off x="3334725" y="2680675"/>
            <a:ext cx="2816553" cy="2084801"/>
          </a:xfrm>
          <a:prstGeom prst="rect">
            <a:avLst/>
          </a:prstGeom>
          <a:noFill/>
          <a:ln>
            <a:noFill/>
          </a:ln>
        </p:spPr>
      </p:pic>
      <p:pic>
        <p:nvPicPr>
          <p:cNvPr id="685" name="Google Shape;685;p75" title="Screenshot 2025-12-08 at 8.31.12 PM.png"/>
          <p:cNvPicPr preferRelativeResize="0"/>
          <p:nvPr/>
        </p:nvPicPr>
        <p:blipFill>
          <a:blip r:embed="rId7">
            <a:alphaModFix/>
          </a:blip>
          <a:stretch>
            <a:fillRect/>
          </a:stretch>
        </p:blipFill>
        <p:spPr>
          <a:xfrm>
            <a:off x="6120237" y="2730937"/>
            <a:ext cx="2664984" cy="1984274"/>
          </a:xfrm>
          <a:prstGeom prst="rect">
            <a:avLst/>
          </a:prstGeom>
          <a:noFill/>
          <a:ln>
            <a:noFill/>
          </a:ln>
        </p:spPr>
      </p:pic>
      <p:pic>
        <p:nvPicPr>
          <p:cNvPr id="686" name="Google Shape;686;p75" title="Screenshot 2025-12-08 at 8.33.53 PM.png"/>
          <p:cNvPicPr preferRelativeResize="0"/>
          <p:nvPr/>
        </p:nvPicPr>
        <p:blipFill>
          <a:blip r:embed="rId8">
            <a:alphaModFix/>
          </a:blip>
          <a:stretch>
            <a:fillRect/>
          </a:stretch>
        </p:blipFill>
        <p:spPr>
          <a:xfrm>
            <a:off x="705174" y="2680675"/>
            <a:ext cx="2665001" cy="20475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legant Bachelor Thesis by Slidesgo">
  <a:themeElements>
    <a:clrScheme name="Simple Light">
      <a:dk1>
        <a:srgbClr val="5C5C5F"/>
      </a:dk1>
      <a:lt1>
        <a:srgbClr val="CFDEE7"/>
      </a:lt1>
      <a:dk2>
        <a:srgbClr val="809FAF"/>
      </a:dk2>
      <a:lt2>
        <a:srgbClr val="FAFAFA"/>
      </a:lt2>
      <a:accent1>
        <a:srgbClr val="FFFFFF"/>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Elegant Bachelor Thesis by Slidesgo">
  <a:themeElements>
    <a:clrScheme name="Simple Light">
      <a:dk1>
        <a:srgbClr val="5C5C5F"/>
      </a:dk1>
      <a:lt1>
        <a:srgbClr val="CFDEE7"/>
      </a:lt1>
      <a:dk2>
        <a:srgbClr val="809FAF"/>
      </a:dk2>
      <a:lt2>
        <a:srgbClr val="FAFAFA"/>
      </a:lt2>
      <a:accent1>
        <a:srgbClr val="FFFFFF"/>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